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hangesInfos/changesInfo1.xml" ContentType="application/vnd.ms-powerpoint.changesinfo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24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5447" r:id="rId4"/>
  </p:sldMasterIdLst>
  <p:notesMasterIdLst>
    <p:notesMasterId r:id="rId20"/>
  </p:notesMasterIdLst>
  <p:handoutMasterIdLst>
    <p:handoutMasterId r:id="rId21"/>
  </p:handout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5" r:id="rId13"/>
    <p:sldId id="266" r:id="rId14"/>
    <p:sldId id="268" r:id="rId15"/>
    <p:sldId id="269" r:id="rId16"/>
    <p:sldId id="264" r:id="rId17"/>
    <p:sldId id="270" r:id="rId18"/>
    <p:sldId id="267" r:id="rId19"/>
  </p:sldIdLst>
  <p:sldSz cx="12192000" cy="6858000"/>
  <p:notesSz cx="6858000" cy="9144000"/>
  <p:embeddedFontLst>
    <p:embeddedFont>
      <p:font typeface="Consolas" panose="020B0609020204030204" pitchFamily="49" charset="0"/>
      <p:regular r:id="rId22"/>
      <p:bold r:id="rId23"/>
      <p:italic r:id="rId24"/>
      <p:boldItalic r:id="rId25"/>
    </p:embeddedFont>
    <p:embeddedFont>
      <p:font typeface="Segoe UI" panose="020B0502040204020203" pitchFamily="34" charset="0"/>
      <p:regular r:id="rId26"/>
      <p:bold r:id="rId27"/>
      <p:italic r:id="rId28"/>
      <p:boldItalic r:id="rId29"/>
    </p:embeddedFont>
    <p:embeddedFont>
      <p:font typeface="Segoe UI Light" panose="020B0502040204020203" pitchFamily="34" charset="0"/>
      <p:regular r:id="rId30"/>
      <p:italic r:id="rId31"/>
    </p:embeddedFont>
  </p:embeddedFontLst>
  <p:defaultTextStyle>
    <a:defPPr>
      <a:defRPr lang="en-US"/>
    </a:defPPr>
    <a:lvl1pPr marL="0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1pPr>
    <a:lvl2pPr marL="457183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2pPr>
    <a:lvl3pPr marL="914367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3pPr>
    <a:lvl4pPr marL="1371550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4pPr>
    <a:lvl5pPr marL="1828734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5pPr>
    <a:lvl6pPr marL="2285918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6pPr>
    <a:lvl7pPr marL="2743101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7pPr>
    <a:lvl8pPr marL="3200284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8pPr>
    <a:lvl9pPr marL="3657469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Walkin" id="{A3DB1FAC-5739-4645-8893-9D7B3E7AD723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5"/>
            <p14:sldId id="266"/>
            <p14:sldId id="268"/>
            <p14:sldId id="269"/>
            <p14:sldId id="264"/>
            <p14:sldId id="270"/>
            <p14:sldId id="267"/>
          </p14:sldIdLst>
        </p14:section>
        <p14:section name="Title slides" id="{6BEBC51B-B88B-4AE4-8478-0F95EE84F165}">
          <p14:sldIdLst/>
        </p14:section>
        <p14:section name="Alternative title slides" id="{7D42F6A8-E6FE-41DB-BD57-5FF6C1556878}">
          <p14:sldIdLst/>
        </p14:section>
        <p14:section name="Agenda" id="{194114FB-11A9-460A-BA65-6CA85323C1BD}">
          <p14:sldIdLst/>
        </p14:section>
        <p14:section name="Section slides" id="{1588D2DD-7526-4E2A-805C-721F64D91A8E}">
          <p14:sldIdLst/>
        </p14:section>
        <p14:section name="Alternate section slides" id="{80DBFD64-B498-4BC4-B094-79D0CB308994}">
          <p14:sldIdLst/>
        </p14:section>
        <p14:section name="Demo slide" id="{6329D8B9-48F6-4A4F-9A16-F9437F6216BB}">
          <p14:sldIdLst/>
        </p14:section>
        <p14:section name="Charts" id="{652CA158-AFCA-4ABB-B8C2-E0292554260C}">
          <p14:sldIdLst/>
        </p14:section>
        <p14:section name="Quote slide" id="{B01A77B5-8462-45FD-B993-08F7F3659690}">
          <p14:sldIdLst/>
        </p14:section>
        <p14:section name="Screenshot slides" id="{FEB2164B-F155-42A0-B9E6-18EE0639F466}">
          <p14:sldIdLst/>
        </p14:section>
        <p14:section name="Photo slides" id="{0AF578B1-CD8A-43DA-99D3-79D4DA61F65F}">
          <p14:sldIdLst/>
        </p14:section>
        <p14:section name="Thank you" id="{FAEF7370-9680-4B43-B8CD-8EC3C24CF938}">
          <p14:sldIdLst/>
        </p14:section>
        <p14:section name="Content slides" id="{D30E4385-0D75-4769-9EFE-1FB912F2332F}">
          <p14:sldIdLst/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96C70F48-EA29-A8AF-0370-E97133C3A50E}" name="Claire Delaney (SIMPLICITY CONSULTING INC)" initials="CD" userId="S::v-cladelaney@microsoft.com::aa840f54-9d33-4fca-8be3-b0585cbbedba" providerId="AD"/>
  <p188:author id="{4AC37863-EBE7-7A34-712E-FB0BB869DA91}" name="Chris Munson (RedCloud Consulting Inc)" initials="CM" userId="S::v-chmunson@microsoft.com::2777c279-6c80-42b6-91b4-df95f2ec9602" providerId="AD"/>
  <p188:author id="{22F51FA5-5B60-002D-6EB5-9ABE6E180D4F}" name="Alex Mustacich" initials="" userId="S::amustacich@microsoft.com::65461afc-b023-44b7-ad73-34403476b559" providerId="AD"/>
  <p188:author id="{6AFA61D8-796F-555E-A395-B33F90AAF99E}" name="Monica Lueder" initials="ML" userId="S::monical@microsoft.com::75969e72-ba9c-4e32-a4ac-c8f3aeff9ba2" providerId="AD"/>
  <p188:author id="{FB2220EC-6E9D-66CF-528C-A1FDAC2F85AA}" name="Ben Hermel" initials="BH" userId="S::bhermel@microsoft.com::bf02db1c-aaaa-44a0-870c-3c953b9e4a6e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Saku Uchikawa" initials="SU" lastIdx="11" clrIdx="0"/>
  <p:cmAuthor id="1" name="Mary Feil-Jacobs" initials="MFJ" lastIdx="43" clrIdx="1"/>
  <p:cmAuthor id="2" name="Monica Lueder" initials="ML" lastIdx="22" clrIdx="2">
    <p:extLst>
      <p:ext uri="{19B8F6BF-5375-455C-9EA6-DF929625EA0E}">
        <p15:presenceInfo xmlns:p15="http://schemas.microsoft.com/office/powerpoint/2012/main" userId="S-1-5-21-2127521184-1604012920-1887927527-2598260" providerId="AD"/>
      </p:ext>
    </p:extLst>
  </p:cmAuthor>
  <p:cmAuthor id="3" name="Mary Feil-Jacobs" initials="MF" lastIdx="28" clrIdx="3">
    <p:extLst>
      <p:ext uri="{19B8F6BF-5375-455C-9EA6-DF929625EA0E}">
        <p15:presenceInfo xmlns:p15="http://schemas.microsoft.com/office/powerpoint/2012/main" userId="S-1-5-21-2127521184-1604012920-1887927527-65006" providerId="AD"/>
      </p:ext>
    </p:extLst>
  </p:cmAuthor>
  <p:cmAuthor id="4" name="Tracy Tran" initials="TT" lastIdx="9" clrIdx="4">
    <p:extLst>
      <p:ext uri="{19B8F6BF-5375-455C-9EA6-DF929625EA0E}">
        <p15:presenceInfo xmlns:p15="http://schemas.microsoft.com/office/powerpoint/2012/main" userId="S::tracyt@microsoft.com::7b485f56-8fe8-4efc-a1b3-85e720327ac5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B3"/>
    <a:srgbClr val="1A00E2"/>
    <a:srgbClr val="0D0061"/>
    <a:srgbClr val="E8EDF1"/>
    <a:srgbClr val="C03BC4"/>
    <a:srgbClr val="F4364C"/>
    <a:srgbClr val="E8E6DF"/>
    <a:srgbClr val="F4F3F5"/>
    <a:srgbClr val="0078D4"/>
    <a:srgbClr val="F0F0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5D7F3E5-5695-4D2C-8952-86847F317D0A}" v="6" dt="2026-09-02T22:22:26.561"/>
    <p1510:client id="{9E0F9120-77EE-4816-B0F0-772218CC2FCA}" v="10" dt="2026-09-02T20:39:51.56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5" autoAdjust="0"/>
    <p:restoredTop sz="87394" autoAdjust="0"/>
  </p:normalViewPr>
  <p:slideViewPr>
    <p:cSldViewPr snapToGrid="0">
      <p:cViewPr varScale="1">
        <p:scale>
          <a:sx n="96" d="100"/>
          <a:sy n="96" d="100"/>
        </p:scale>
        <p:origin x="109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21" Type="http://schemas.openxmlformats.org/officeDocument/2006/relationships/handoutMaster" Target="handoutMasters/handoutMaster1.xml"/><Relationship Id="rId22" Type="http://schemas.openxmlformats.org/officeDocument/2006/relationships/font" Target="fonts/font1.fntdata"/><Relationship Id="rId23" Type="http://schemas.openxmlformats.org/officeDocument/2006/relationships/font" Target="fonts/font2.fntdata"/><Relationship Id="rId24" Type="http://schemas.openxmlformats.org/officeDocument/2006/relationships/font" Target="fonts/font3.fntdata"/><Relationship Id="rId25" Type="http://schemas.openxmlformats.org/officeDocument/2006/relationships/font" Target="fonts/font4.fntdata"/><Relationship Id="rId26" Type="http://schemas.openxmlformats.org/officeDocument/2006/relationships/font" Target="fonts/font5.fntdata"/><Relationship Id="rId27" Type="http://schemas.openxmlformats.org/officeDocument/2006/relationships/font" Target="fonts/font6.fntdata"/><Relationship Id="rId28" Type="http://schemas.openxmlformats.org/officeDocument/2006/relationships/font" Target="fonts/font7.fntdata"/><Relationship Id="rId29" Type="http://schemas.openxmlformats.org/officeDocument/2006/relationships/font" Target="fonts/font8.fntdata"/><Relationship Id="rId30" Type="http://schemas.openxmlformats.org/officeDocument/2006/relationships/font" Target="fonts/font9.fntdata"/><Relationship Id="rId31" Type="http://schemas.openxmlformats.org/officeDocument/2006/relationships/font" Target="fonts/font10.fntdata"/><Relationship Id="rId32" Type="http://schemas.openxmlformats.org/officeDocument/2006/relationships/commentAuthors" Target="commentAuthors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Relationship Id="rId37" Type="http://schemas.microsoft.com/office/2016/11/relationships/changesInfo" Target="changesInfos/changesInfo1.xml"/><Relationship Id="rId38" Type="http://schemas.microsoft.com/office/2015/10/relationships/revisionInfo" Target="revisionInfo.xml"/><Relationship Id="rId39" Type="http://schemas.microsoft.com/office/2018/10/relationships/authors" Target="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arzad Habibi" userId="fbeeb967-9b78-4012-b41a-a723c09ee9c3" providerId="ADAL" clId="{AEBEEF59-BF14-46FC-9618-A2BF0255DFAC}"/>
    <pc:docChg chg="undo custSel modSld sldOrd">
      <pc:chgData name="Farzad Habibi" userId="fbeeb967-9b78-4012-b41a-a723c09ee9c3" providerId="ADAL" clId="{AEBEEF59-BF14-46FC-9618-A2BF0255DFAC}" dt="2026-09-03T16:12:47.540" v="997" actId="478"/>
      <pc:docMkLst>
        <pc:docMk/>
      </pc:docMkLst>
      <pc:sldChg chg="addSp delSp modSp mod modNotesTx">
        <pc:chgData name="Farzad Habibi" userId="fbeeb967-9b78-4012-b41a-a723c09ee9c3" providerId="ADAL" clId="{AEBEEF59-BF14-46FC-9618-A2BF0255DFAC}" dt="2026-09-02T23:25:15.361" v="946" actId="20577"/>
        <pc:sldMkLst>
          <pc:docMk/>
          <pc:sldMk cId="0" sldId="256"/>
        </pc:sldMkLst>
        <pc:spChg chg="mod">
          <ac:chgData name="Farzad Habibi" userId="fbeeb967-9b78-4012-b41a-a723c09ee9c3" providerId="ADAL" clId="{AEBEEF59-BF14-46FC-9618-A2BF0255DFAC}" dt="2026-09-02T23:25:15.361" v="946" actId="20577"/>
          <ac:spMkLst>
            <pc:docMk/>
            <pc:sldMk cId="0" sldId="256"/>
            <ac:spMk id="3" creationId="{00000000-0000-0000-0000-000000000000}"/>
          </ac:spMkLst>
        </pc:spChg>
        <pc:spChg chg="add del mod">
          <ac:chgData name="Farzad Habibi" userId="fbeeb967-9b78-4012-b41a-a723c09ee9c3" providerId="ADAL" clId="{AEBEEF59-BF14-46FC-9618-A2BF0255DFAC}" dt="2026-09-02T20:24:05.600" v="60"/>
          <ac:spMkLst>
            <pc:docMk/>
            <pc:sldMk cId="0" sldId="256"/>
            <ac:spMk id="6" creationId="{76D704D9-FDA2-D8E2-0925-5FDC2B48EBC1}"/>
          </ac:spMkLst>
        </pc:spChg>
        <pc:picChg chg="mod">
          <ac:chgData name="Farzad Habibi" userId="fbeeb967-9b78-4012-b41a-a723c09ee9c3" providerId="ADAL" clId="{AEBEEF59-BF14-46FC-9618-A2BF0255DFAC}" dt="2026-09-02T20:23:53.362" v="55" actId="1076"/>
          <ac:picMkLst>
            <pc:docMk/>
            <pc:sldMk cId="0" sldId="256"/>
            <ac:picMk id="5" creationId="{00000000-0000-0000-0000-000000000000}"/>
          </ac:picMkLst>
        </pc:picChg>
      </pc:sldChg>
      <pc:sldChg chg="addAnim delAnim modAnim modNotesTx">
        <pc:chgData name="Farzad Habibi" userId="fbeeb967-9b78-4012-b41a-a723c09ee9c3" providerId="ADAL" clId="{AEBEEF59-BF14-46FC-9618-A2BF0255DFAC}" dt="2026-09-02T22:36:43.657" v="904" actId="20577"/>
        <pc:sldMkLst>
          <pc:docMk/>
          <pc:sldMk cId="0" sldId="257"/>
        </pc:sldMkLst>
      </pc:sldChg>
      <pc:sldChg chg="modSp mod">
        <pc:chgData name="Farzad Habibi" userId="fbeeb967-9b78-4012-b41a-a723c09ee9c3" providerId="ADAL" clId="{AEBEEF59-BF14-46FC-9618-A2BF0255DFAC}" dt="2026-09-02T22:25:51.688" v="799" actId="20577"/>
        <pc:sldMkLst>
          <pc:docMk/>
          <pc:sldMk cId="0" sldId="258"/>
        </pc:sldMkLst>
        <pc:spChg chg="mod">
          <ac:chgData name="Farzad Habibi" userId="fbeeb967-9b78-4012-b41a-a723c09ee9c3" providerId="ADAL" clId="{AEBEEF59-BF14-46FC-9618-A2BF0255DFAC}" dt="2026-09-02T22:25:51.688" v="799" actId="20577"/>
          <ac:spMkLst>
            <pc:docMk/>
            <pc:sldMk cId="0" sldId="258"/>
            <ac:spMk id="2" creationId="{00000000-0000-0000-0000-000000000000}"/>
          </ac:spMkLst>
        </pc:spChg>
        <pc:spChg chg="mod">
          <ac:chgData name="Farzad Habibi" userId="fbeeb967-9b78-4012-b41a-a723c09ee9c3" providerId="ADAL" clId="{AEBEEF59-BF14-46FC-9618-A2BF0255DFAC}" dt="2026-09-02T20:31:32.269" v="176" actId="1076"/>
          <ac:spMkLst>
            <pc:docMk/>
            <pc:sldMk cId="0" sldId="258"/>
            <ac:spMk id="5" creationId="{00000000-0000-0000-0000-000000000000}"/>
          </ac:spMkLst>
        </pc:spChg>
        <pc:spChg chg="mod">
          <ac:chgData name="Farzad Habibi" userId="fbeeb967-9b78-4012-b41a-a723c09ee9c3" providerId="ADAL" clId="{AEBEEF59-BF14-46FC-9618-A2BF0255DFAC}" dt="2026-09-02T20:31:32.269" v="176" actId="1076"/>
          <ac:spMkLst>
            <pc:docMk/>
            <pc:sldMk cId="0" sldId="258"/>
            <ac:spMk id="7" creationId="{00000000-0000-0000-0000-000000000000}"/>
          </ac:spMkLst>
        </pc:spChg>
        <pc:spChg chg="mod">
          <ac:chgData name="Farzad Habibi" userId="fbeeb967-9b78-4012-b41a-a723c09ee9c3" providerId="ADAL" clId="{AEBEEF59-BF14-46FC-9618-A2BF0255DFAC}" dt="2026-09-02T20:31:32.269" v="176" actId="1076"/>
          <ac:spMkLst>
            <pc:docMk/>
            <pc:sldMk cId="0" sldId="258"/>
            <ac:spMk id="8" creationId="{00000000-0000-0000-0000-000000000000}"/>
          </ac:spMkLst>
        </pc:spChg>
        <pc:spChg chg="mod">
          <ac:chgData name="Farzad Habibi" userId="fbeeb967-9b78-4012-b41a-a723c09ee9c3" providerId="ADAL" clId="{AEBEEF59-BF14-46FC-9618-A2BF0255DFAC}" dt="2026-09-02T20:31:32.269" v="176" actId="1076"/>
          <ac:spMkLst>
            <pc:docMk/>
            <pc:sldMk cId="0" sldId="258"/>
            <ac:spMk id="10" creationId="{00000000-0000-0000-0000-000000000000}"/>
          </ac:spMkLst>
        </pc:spChg>
        <pc:spChg chg="mod">
          <ac:chgData name="Farzad Habibi" userId="fbeeb967-9b78-4012-b41a-a723c09ee9c3" providerId="ADAL" clId="{AEBEEF59-BF14-46FC-9618-A2BF0255DFAC}" dt="2026-09-02T20:31:32.269" v="176" actId="1076"/>
          <ac:spMkLst>
            <pc:docMk/>
            <pc:sldMk cId="0" sldId="258"/>
            <ac:spMk id="11" creationId="{00000000-0000-0000-0000-000000000000}"/>
          </ac:spMkLst>
        </pc:spChg>
        <pc:spChg chg="mod">
          <ac:chgData name="Farzad Habibi" userId="fbeeb967-9b78-4012-b41a-a723c09ee9c3" providerId="ADAL" clId="{AEBEEF59-BF14-46FC-9618-A2BF0255DFAC}" dt="2026-09-02T20:35:33.825" v="191" actId="20577"/>
          <ac:spMkLst>
            <pc:docMk/>
            <pc:sldMk cId="0" sldId="258"/>
            <ac:spMk id="13" creationId="{00000000-0000-0000-0000-000000000000}"/>
          </ac:spMkLst>
        </pc:spChg>
        <pc:picChg chg="mod">
          <ac:chgData name="Farzad Habibi" userId="fbeeb967-9b78-4012-b41a-a723c09ee9c3" providerId="ADAL" clId="{AEBEEF59-BF14-46FC-9618-A2BF0255DFAC}" dt="2026-09-02T20:31:32.269" v="176" actId="1076"/>
          <ac:picMkLst>
            <pc:docMk/>
            <pc:sldMk cId="0" sldId="258"/>
            <ac:picMk id="6" creationId="{00000000-0000-0000-0000-000000000000}"/>
          </ac:picMkLst>
        </pc:picChg>
        <pc:picChg chg="mod">
          <ac:chgData name="Farzad Habibi" userId="fbeeb967-9b78-4012-b41a-a723c09ee9c3" providerId="ADAL" clId="{AEBEEF59-BF14-46FC-9618-A2BF0255DFAC}" dt="2026-09-02T20:31:32.269" v="176" actId="1076"/>
          <ac:picMkLst>
            <pc:docMk/>
            <pc:sldMk cId="0" sldId="258"/>
            <ac:picMk id="9" creationId="{00000000-0000-0000-0000-000000000000}"/>
          </ac:picMkLst>
        </pc:picChg>
        <pc:picChg chg="mod">
          <ac:chgData name="Farzad Habibi" userId="fbeeb967-9b78-4012-b41a-a723c09ee9c3" providerId="ADAL" clId="{AEBEEF59-BF14-46FC-9618-A2BF0255DFAC}" dt="2026-09-02T20:31:32.269" v="176" actId="1076"/>
          <ac:picMkLst>
            <pc:docMk/>
            <pc:sldMk cId="0" sldId="258"/>
            <ac:picMk id="12" creationId="{00000000-0000-0000-0000-000000000000}"/>
          </ac:picMkLst>
        </pc:picChg>
      </pc:sldChg>
      <pc:sldChg chg="modSp mod">
        <pc:chgData name="Farzad Habibi" userId="fbeeb967-9b78-4012-b41a-a723c09ee9c3" providerId="ADAL" clId="{AEBEEF59-BF14-46FC-9618-A2BF0255DFAC}" dt="2026-09-02T22:35:12.868" v="800" actId="313"/>
        <pc:sldMkLst>
          <pc:docMk/>
          <pc:sldMk cId="0" sldId="259"/>
        </pc:sldMkLst>
        <pc:spChg chg="mod">
          <ac:chgData name="Farzad Habibi" userId="fbeeb967-9b78-4012-b41a-a723c09ee9c3" providerId="ADAL" clId="{AEBEEF59-BF14-46FC-9618-A2BF0255DFAC}" dt="2026-09-02T22:35:12.868" v="800" actId="313"/>
          <ac:spMkLst>
            <pc:docMk/>
            <pc:sldMk cId="0" sldId="259"/>
            <ac:spMk id="14" creationId="{00000000-0000-0000-0000-000000000000}"/>
          </ac:spMkLst>
        </pc:spChg>
        <pc:spChg chg="mod">
          <ac:chgData name="Farzad Habibi" userId="fbeeb967-9b78-4012-b41a-a723c09ee9c3" providerId="ADAL" clId="{AEBEEF59-BF14-46FC-9618-A2BF0255DFAC}" dt="2026-09-02T20:34:57.165" v="181" actId="255"/>
          <ac:spMkLst>
            <pc:docMk/>
            <pc:sldMk cId="0" sldId="259"/>
            <ac:spMk id="17" creationId="{00000000-0000-0000-0000-000000000000}"/>
          </ac:spMkLst>
        </pc:spChg>
      </pc:sldChg>
      <pc:sldChg chg="delSp modSp mod">
        <pc:chgData name="Farzad Habibi" userId="fbeeb967-9b78-4012-b41a-a723c09ee9c3" providerId="ADAL" clId="{AEBEEF59-BF14-46FC-9618-A2BF0255DFAC}" dt="2026-09-02T20:38:18.248" v="249" actId="20577"/>
        <pc:sldMkLst>
          <pc:docMk/>
          <pc:sldMk cId="0" sldId="261"/>
        </pc:sldMkLst>
        <pc:spChg chg="mod">
          <ac:chgData name="Farzad Habibi" userId="fbeeb967-9b78-4012-b41a-a723c09ee9c3" providerId="ADAL" clId="{AEBEEF59-BF14-46FC-9618-A2BF0255DFAC}" dt="2026-09-02T20:37:40.306" v="221" actId="207"/>
          <ac:spMkLst>
            <pc:docMk/>
            <pc:sldMk cId="0" sldId="261"/>
            <ac:spMk id="5" creationId="{00000000-0000-0000-0000-000000000000}"/>
          </ac:spMkLst>
        </pc:spChg>
        <pc:spChg chg="mod">
          <ac:chgData name="Farzad Habibi" userId="fbeeb967-9b78-4012-b41a-a723c09ee9c3" providerId="ADAL" clId="{AEBEEF59-BF14-46FC-9618-A2BF0255DFAC}" dt="2026-09-02T20:37:40.306" v="221" actId="207"/>
          <ac:spMkLst>
            <pc:docMk/>
            <pc:sldMk cId="0" sldId="261"/>
            <ac:spMk id="7" creationId="{00000000-0000-0000-0000-000000000000}"/>
          </ac:spMkLst>
        </pc:spChg>
        <pc:spChg chg="mod">
          <ac:chgData name="Farzad Habibi" userId="fbeeb967-9b78-4012-b41a-a723c09ee9c3" providerId="ADAL" clId="{AEBEEF59-BF14-46FC-9618-A2BF0255DFAC}" dt="2026-09-02T20:37:40.306" v="221" actId="207"/>
          <ac:spMkLst>
            <pc:docMk/>
            <pc:sldMk cId="0" sldId="261"/>
            <ac:spMk id="8" creationId="{00000000-0000-0000-0000-000000000000}"/>
          </ac:spMkLst>
        </pc:spChg>
        <pc:spChg chg="mod">
          <ac:chgData name="Farzad Habibi" userId="fbeeb967-9b78-4012-b41a-a723c09ee9c3" providerId="ADAL" clId="{AEBEEF59-BF14-46FC-9618-A2BF0255DFAC}" dt="2026-09-02T20:37:55.215" v="222" actId="207"/>
          <ac:spMkLst>
            <pc:docMk/>
            <pc:sldMk cId="0" sldId="261"/>
            <ac:spMk id="9" creationId="{00000000-0000-0000-0000-000000000000}"/>
          </ac:spMkLst>
        </pc:spChg>
        <pc:spChg chg="mod">
          <ac:chgData name="Farzad Habibi" userId="fbeeb967-9b78-4012-b41a-a723c09ee9c3" providerId="ADAL" clId="{AEBEEF59-BF14-46FC-9618-A2BF0255DFAC}" dt="2026-09-02T20:38:18.248" v="249" actId="20577"/>
          <ac:spMkLst>
            <pc:docMk/>
            <pc:sldMk cId="0" sldId="261"/>
            <ac:spMk id="13" creationId="{00000000-0000-0000-0000-000000000000}"/>
          </ac:spMkLst>
        </pc:spChg>
        <pc:spChg chg="del mod">
          <ac:chgData name="Farzad Habibi" userId="fbeeb967-9b78-4012-b41a-a723c09ee9c3" providerId="ADAL" clId="{AEBEEF59-BF14-46FC-9618-A2BF0255DFAC}" dt="2026-09-02T20:38:08.473" v="225"/>
          <ac:spMkLst>
            <pc:docMk/>
            <pc:sldMk cId="0" sldId="261"/>
            <ac:spMk id="16" creationId="{00000000-0000-0000-0000-000000000000}"/>
          </ac:spMkLst>
        </pc:spChg>
      </pc:sldChg>
      <pc:sldChg chg="modSp mod modAnim">
        <pc:chgData name="Farzad Habibi" userId="fbeeb967-9b78-4012-b41a-a723c09ee9c3" providerId="ADAL" clId="{AEBEEF59-BF14-46FC-9618-A2BF0255DFAC}" dt="2026-09-02T23:08:24.620" v="935" actId="20577"/>
        <pc:sldMkLst>
          <pc:docMk/>
          <pc:sldMk cId="0" sldId="262"/>
        </pc:sldMkLst>
        <pc:spChg chg="mod">
          <ac:chgData name="Farzad Habibi" userId="fbeeb967-9b78-4012-b41a-a723c09ee9c3" providerId="ADAL" clId="{AEBEEF59-BF14-46FC-9618-A2BF0255DFAC}" dt="2026-09-02T23:08:24.620" v="935" actId="20577"/>
          <ac:spMkLst>
            <pc:docMk/>
            <pc:sldMk cId="0" sldId="262"/>
            <ac:spMk id="2" creationId="{00000000-0000-0000-0000-000000000000}"/>
          </ac:spMkLst>
        </pc:spChg>
        <pc:spChg chg="mod">
          <ac:chgData name="Farzad Habibi" userId="fbeeb967-9b78-4012-b41a-a723c09ee9c3" providerId="ADAL" clId="{AEBEEF59-BF14-46FC-9618-A2BF0255DFAC}" dt="2026-09-02T20:42:20.913" v="269" actId="207"/>
          <ac:spMkLst>
            <pc:docMk/>
            <pc:sldMk cId="0" sldId="262"/>
            <ac:spMk id="8" creationId="{00000000-0000-0000-0000-000000000000}"/>
          </ac:spMkLst>
        </pc:spChg>
        <pc:spChg chg="mod">
          <ac:chgData name="Farzad Habibi" userId="fbeeb967-9b78-4012-b41a-a723c09ee9c3" providerId="ADAL" clId="{AEBEEF59-BF14-46FC-9618-A2BF0255DFAC}" dt="2026-09-02T20:42:26.018" v="270" actId="1076"/>
          <ac:spMkLst>
            <pc:docMk/>
            <pc:sldMk cId="0" sldId="262"/>
            <ac:spMk id="10" creationId="{00000000-0000-0000-0000-000000000000}"/>
          </ac:spMkLst>
        </pc:spChg>
        <pc:picChg chg="mod">
          <ac:chgData name="Farzad Habibi" userId="fbeeb967-9b78-4012-b41a-a723c09ee9c3" providerId="ADAL" clId="{AEBEEF59-BF14-46FC-9618-A2BF0255DFAC}" dt="2026-09-02T20:42:29.155" v="271" actId="1076"/>
          <ac:picMkLst>
            <pc:docMk/>
            <pc:sldMk cId="0" sldId="262"/>
            <ac:picMk id="9" creationId="{00000000-0000-0000-0000-000000000000}"/>
          </ac:picMkLst>
        </pc:picChg>
      </pc:sldChg>
      <pc:sldChg chg="delSp modSp mod ord">
        <pc:chgData name="Farzad Habibi" userId="fbeeb967-9b78-4012-b41a-a723c09ee9c3" providerId="ADAL" clId="{AEBEEF59-BF14-46FC-9618-A2BF0255DFAC}" dt="2026-09-03T16:12:47.540" v="997" actId="478"/>
        <pc:sldMkLst>
          <pc:docMk/>
          <pc:sldMk cId="0" sldId="264"/>
        </pc:sldMkLst>
        <pc:spChg chg="mod">
          <ac:chgData name="Farzad Habibi" userId="fbeeb967-9b78-4012-b41a-a723c09ee9c3" providerId="ADAL" clId="{AEBEEF59-BF14-46FC-9618-A2BF0255DFAC}" dt="2026-09-03T16:08:33.158" v="994" actId="20577"/>
          <ac:spMkLst>
            <pc:docMk/>
            <pc:sldMk cId="0" sldId="264"/>
            <ac:spMk id="2" creationId="{00000000-0000-0000-0000-000000000000}"/>
          </ac:spMkLst>
        </pc:spChg>
        <pc:spChg chg="del">
          <ac:chgData name="Farzad Habibi" userId="fbeeb967-9b78-4012-b41a-a723c09ee9c3" providerId="ADAL" clId="{AEBEEF59-BF14-46FC-9618-A2BF0255DFAC}" dt="2026-09-03T16:12:47.540" v="997" actId="478"/>
          <ac:spMkLst>
            <pc:docMk/>
            <pc:sldMk cId="0" sldId="264"/>
            <ac:spMk id="19" creationId="{00000000-0000-0000-0000-000000000000}"/>
          </ac:spMkLst>
        </pc:spChg>
      </pc:sldChg>
      <pc:sldChg chg="modSp mod">
        <pc:chgData name="Farzad Habibi" userId="fbeeb967-9b78-4012-b41a-a723c09ee9c3" providerId="ADAL" clId="{AEBEEF59-BF14-46FC-9618-A2BF0255DFAC}" dt="2026-09-02T20:44:39.170" v="281" actId="20577"/>
        <pc:sldMkLst>
          <pc:docMk/>
          <pc:sldMk cId="0" sldId="265"/>
        </pc:sldMkLst>
        <pc:spChg chg="mod">
          <ac:chgData name="Farzad Habibi" userId="fbeeb967-9b78-4012-b41a-a723c09ee9c3" providerId="ADAL" clId="{AEBEEF59-BF14-46FC-9618-A2BF0255DFAC}" dt="2026-09-02T20:44:39.170" v="281" actId="20577"/>
          <ac:spMkLst>
            <pc:docMk/>
            <pc:sldMk cId="0" sldId="265"/>
            <ac:spMk id="4" creationId="{00000000-0000-0000-0000-000000000000}"/>
          </ac:spMkLst>
        </pc:spChg>
      </pc:sldChg>
      <pc:sldChg chg="delSp modSp mod">
        <pc:chgData name="Farzad Habibi" userId="fbeeb967-9b78-4012-b41a-a723c09ee9c3" providerId="ADAL" clId="{AEBEEF59-BF14-46FC-9618-A2BF0255DFAC}" dt="2026-09-02T22:56:23.513" v="919" actId="20577"/>
        <pc:sldMkLst>
          <pc:docMk/>
          <pc:sldMk cId="0" sldId="266"/>
        </pc:sldMkLst>
        <pc:spChg chg="mod">
          <ac:chgData name="Farzad Habibi" userId="fbeeb967-9b78-4012-b41a-a723c09ee9c3" providerId="ADAL" clId="{AEBEEF59-BF14-46FC-9618-A2BF0255DFAC}" dt="2026-09-02T22:56:23.513" v="919" actId="20577"/>
          <ac:spMkLst>
            <pc:docMk/>
            <pc:sldMk cId="0" sldId="266"/>
            <ac:spMk id="2" creationId="{00000000-0000-0000-0000-000000000000}"/>
          </ac:spMkLst>
        </pc:spChg>
        <pc:spChg chg="del">
          <ac:chgData name="Farzad Habibi" userId="fbeeb967-9b78-4012-b41a-a723c09ee9c3" providerId="ADAL" clId="{AEBEEF59-BF14-46FC-9618-A2BF0255DFAC}" dt="2026-09-02T21:27:16.626" v="291" actId="478"/>
          <ac:spMkLst>
            <pc:docMk/>
            <pc:sldMk cId="0" sldId="266"/>
            <ac:spMk id="4" creationId="{00000000-0000-0000-0000-000000000000}"/>
          </ac:spMkLst>
        </pc:spChg>
        <pc:spChg chg="del">
          <ac:chgData name="Farzad Habibi" userId="fbeeb967-9b78-4012-b41a-a723c09ee9c3" providerId="ADAL" clId="{AEBEEF59-BF14-46FC-9618-A2BF0255DFAC}" dt="2026-09-02T21:27:18.138" v="292" actId="478"/>
          <ac:spMkLst>
            <pc:docMk/>
            <pc:sldMk cId="0" sldId="266"/>
            <ac:spMk id="7" creationId="{00000000-0000-0000-0000-000000000000}"/>
          </ac:spMkLst>
        </pc:spChg>
        <pc:spChg chg="del">
          <ac:chgData name="Farzad Habibi" userId="fbeeb967-9b78-4012-b41a-a723c09ee9c3" providerId="ADAL" clId="{AEBEEF59-BF14-46FC-9618-A2BF0255DFAC}" dt="2026-09-02T21:27:20.968" v="293" actId="478"/>
          <ac:spMkLst>
            <pc:docMk/>
            <pc:sldMk cId="0" sldId="266"/>
            <ac:spMk id="8" creationId="{00000000-0000-0000-0000-000000000000}"/>
          </ac:spMkLst>
        </pc:spChg>
        <pc:spChg chg="mod">
          <ac:chgData name="Farzad Habibi" userId="fbeeb967-9b78-4012-b41a-a723c09ee9c3" providerId="ADAL" clId="{AEBEEF59-BF14-46FC-9618-A2BF0255DFAC}" dt="2026-09-02T21:27:40.967" v="298" actId="14100"/>
          <ac:spMkLst>
            <pc:docMk/>
            <pc:sldMk cId="0" sldId="266"/>
            <ac:spMk id="9" creationId="{00000000-0000-0000-0000-000000000000}"/>
          </ac:spMkLst>
        </pc:spChg>
        <pc:spChg chg="mod">
          <ac:chgData name="Farzad Habibi" userId="fbeeb967-9b78-4012-b41a-a723c09ee9c3" providerId="ADAL" clId="{AEBEEF59-BF14-46FC-9618-A2BF0255DFAC}" dt="2026-09-02T21:27:36.352" v="297" actId="1076"/>
          <ac:spMkLst>
            <pc:docMk/>
            <pc:sldMk cId="0" sldId="266"/>
            <ac:spMk id="12" creationId="{00000000-0000-0000-0000-000000000000}"/>
          </ac:spMkLst>
        </pc:spChg>
        <pc:spChg chg="mod">
          <ac:chgData name="Farzad Habibi" userId="fbeeb967-9b78-4012-b41a-a723c09ee9c3" providerId="ADAL" clId="{AEBEEF59-BF14-46FC-9618-A2BF0255DFAC}" dt="2026-09-02T21:27:55.642" v="302" actId="20577"/>
          <ac:spMkLst>
            <pc:docMk/>
            <pc:sldMk cId="0" sldId="266"/>
            <ac:spMk id="13" creationId="{00000000-0000-0000-0000-000000000000}"/>
          </ac:spMkLst>
        </pc:spChg>
        <pc:picChg chg="del">
          <ac:chgData name="Farzad Habibi" userId="fbeeb967-9b78-4012-b41a-a723c09ee9c3" providerId="ADAL" clId="{AEBEEF59-BF14-46FC-9618-A2BF0255DFAC}" dt="2026-09-02T21:27:20.968" v="293" actId="478"/>
          <ac:picMkLst>
            <pc:docMk/>
            <pc:sldMk cId="0" sldId="266"/>
            <ac:picMk id="6" creationId="{00000000-0000-0000-0000-000000000000}"/>
          </ac:picMkLst>
        </pc:picChg>
        <pc:picChg chg="mod">
          <ac:chgData name="Farzad Habibi" userId="fbeeb967-9b78-4012-b41a-a723c09ee9c3" providerId="ADAL" clId="{AEBEEF59-BF14-46FC-9618-A2BF0255DFAC}" dt="2026-09-02T21:27:36.352" v="297" actId="1076"/>
          <ac:picMkLst>
            <pc:docMk/>
            <pc:sldMk cId="0" sldId="266"/>
            <ac:picMk id="11" creationId="{00000000-0000-0000-0000-000000000000}"/>
          </ac:picMkLst>
        </pc:picChg>
        <pc:cxnChg chg="del">
          <ac:chgData name="Farzad Habibi" userId="fbeeb967-9b78-4012-b41a-a723c09ee9c3" providerId="ADAL" clId="{AEBEEF59-BF14-46FC-9618-A2BF0255DFAC}" dt="2026-09-02T21:27:23.232" v="294" actId="478"/>
          <ac:cxnSpMkLst>
            <pc:docMk/>
            <pc:sldMk cId="0" sldId="266"/>
            <ac:cxnSpMk id="5" creationId="{00000000-0000-0000-0000-000000000000}"/>
          </ac:cxnSpMkLst>
        </pc:cxnChg>
        <pc:cxnChg chg="mod">
          <ac:chgData name="Farzad Habibi" userId="fbeeb967-9b78-4012-b41a-a723c09ee9c3" providerId="ADAL" clId="{AEBEEF59-BF14-46FC-9618-A2BF0255DFAC}" dt="2026-09-02T21:27:36.352" v="297" actId="1076"/>
          <ac:cxnSpMkLst>
            <pc:docMk/>
            <pc:sldMk cId="0" sldId="266"/>
            <ac:cxnSpMk id="10" creationId="{00000000-0000-0000-0000-000000000000}"/>
          </ac:cxnSpMkLst>
        </pc:cxnChg>
      </pc:sldChg>
      <pc:sldChg chg="addSp delSp modSp mod">
        <pc:chgData name="Farzad Habibi" userId="fbeeb967-9b78-4012-b41a-a723c09ee9c3" providerId="ADAL" clId="{AEBEEF59-BF14-46FC-9618-A2BF0255DFAC}" dt="2026-09-02T23:13:00.154" v="941" actId="20577"/>
        <pc:sldMkLst>
          <pc:docMk/>
          <pc:sldMk cId="0" sldId="267"/>
        </pc:sldMkLst>
        <pc:spChg chg="mod">
          <ac:chgData name="Farzad Habibi" userId="fbeeb967-9b78-4012-b41a-a723c09ee9c3" providerId="ADAL" clId="{AEBEEF59-BF14-46FC-9618-A2BF0255DFAC}" dt="2026-09-02T23:13:00.154" v="941" actId="20577"/>
          <ac:spMkLst>
            <pc:docMk/>
            <pc:sldMk cId="0" sldId="267"/>
            <ac:spMk id="3" creationId="{00000000-0000-0000-0000-000000000000}"/>
          </ac:spMkLst>
        </pc:spChg>
        <pc:spChg chg="del">
          <ac:chgData name="Farzad Habibi" userId="fbeeb967-9b78-4012-b41a-a723c09ee9c3" providerId="ADAL" clId="{AEBEEF59-BF14-46FC-9618-A2BF0255DFAC}" dt="2026-09-02T23:12:52.001" v="938" actId="478"/>
          <ac:spMkLst>
            <pc:docMk/>
            <pc:sldMk cId="0" sldId="267"/>
            <ac:spMk id="4" creationId="{00000000-0000-0000-0000-000000000000}"/>
          </ac:spMkLst>
        </pc:spChg>
        <pc:spChg chg="del">
          <ac:chgData name="Farzad Habibi" userId="fbeeb967-9b78-4012-b41a-a723c09ee9c3" providerId="ADAL" clId="{AEBEEF59-BF14-46FC-9618-A2BF0255DFAC}" dt="2026-09-02T23:12:46.528" v="936" actId="478"/>
          <ac:spMkLst>
            <pc:docMk/>
            <pc:sldMk cId="0" sldId="267"/>
            <ac:spMk id="5" creationId="{00000000-0000-0000-0000-000000000000}"/>
          </ac:spMkLst>
        </pc:spChg>
        <pc:spChg chg="mod">
          <ac:chgData name="Farzad Habibi" userId="fbeeb967-9b78-4012-b41a-a723c09ee9c3" providerId="ADAL" clId="{AEBEEF59-BF14-46FC-9618-A2BF0255DFAC}" dt="2026-09-02T23:12:49.430" v="937" actId="1076"/>
          <ac:spMkLst>
            <pc:docMk/>
            <pc:sldMk cId="0" sldId="267"/>
            <ac:spMk id="6" creationId="{00000000-0000-0000-0000-000000000000}"/>
          </ac:spMkLst>
        </pc:spChg>
        <pc:spChg chg="add del mod">
          <ac:chgData name="Farzad Habibi" userId="fbeeb967-9b78-4012-b41a-a723c09ee9c3" providerId="ADAL" clId="{AEBEEF59-BF14-46FC-9618-A2BF0255DFAC}" dt="2026-09-02T23:12:55.361" v="939" actId="478"/>
          <ac:spMkLst>
            <pc:docMk/>
            <pc:sldMk cId="0" sldId="267"/>
            <ac:spMk id="8" creationId="{07AFD147-0294-E9BC-74BA-8ECE548C651A}"/>
          </ac:spMkLst>
        </pc:spChg>
      </pc:sldChg>
      <pc:sldChg chg="modSp mod">
        <pc:chgData name="Farzad Habibi" userId="fbeeb967-9b78-4012-b41a-a723c09ee9c3" providerId="ADAL" clId="{AEBEEF59-BF14-46FC-9618-A2BF0255DFAC}" dt="2026-09-02T21:25:38.774" v="290" actId="1076"/>
        <pc:sldMkLst>
          <pc:docMk/>
          <pc:sldMk cId="0" sldId="268"/>
        </pc:sldMkLst>
        <pc:spChg chg="mod">
          <ac:chgData name="Farzad Habibi" userId="fbeeb967-9b78-4012-b41a-a723c09ee9c3" providerId="ADAL" clId="{AEBEEF59-BF14-46FC-9618-A2BF0255DFAC}" dt="2026-09-02T21:25:38.774" v="290" actId="1076"/>
          <ac:spMkLst>
            <pc:docMk/>
            <pc:sldMk cId="0" sldId="268"/>
            <ac:spMk id="48" creationId="{00000000-0000-0000-0000-000000000000}"/>
          </ac:spMkLst>
        </pc:spChg>
        <pc:cxnChg chg="mod">
          <ac:chgData name="Farzad Habibi" userId="fbeeb967-9b78-4012-b41a-a723c09ee9c3" providerId="ADAL" clId="{AEBEEF59-BF14-46FC-9618-A2BF0255DFAC}" dt="2026-09-02T21:25:30.493" v="288" actId="14100"/>
          <ac:cxnSpMkLst>
            <pc:docMk/>
            <pc:sldMk cId="0" sldId="268"/>
            <ac:cxnSpMk id="45" creationId="{00000000-0000-0000-0000-000000000000}"/>
          </ac:cxnSpMkLst>
        </pc:cxnChg>
        <pc:cxnChg chg="mod">
          <ac:chgData name="Farzad Habibi" userId="fbeeb967-9b78-4012-b41a-a723c09ee9c3" providerId="ADAL" clId="{AEBEEF59-BF14-46FC-9618-A2BF0255DFAC}" dt="2026-09-02T21:25:25.336" v="286" actId="1076"/>
          <ac:cxnSpMkLst>
            <pc:docMk/>
            <pc:sldMk cId="0" sldId="268"/>
            <ac:cxnSpMk id="46" creationId="{00000000-0000-0000-0000-000000000000}"/>
          </ac:cxnSpMkLst>
        </pc:cxnChg>
        <pc:cxnChg chg="mod">
          <ac:chgData name="Farzad Habibi" userId="fbeeb967-9b78-4012-b41a-a723c09ee9c3" providerId="ADAL" clId="{AEBEEF59-BF14-46FC-9618-A2BF0255DFAC}" dt="2026-09-02T21:25:33.149" v="289" actId="14100"/>
          <ac:cxnSpMkLst>
            <pc:docMk/>
            <pc:sldMk cId="0" sldId="268"/>
            <ac:cxnSpMk id="47" creationId="{00000000-0000-0000-0000-000000000000}"/>
          </ac:cxnSpMkLst>
        </pc:cxnChg>
      </pc:sldChg>
      <pc:sldChg chg="delSp modSp mod">
        <pc:chgData name="Farzad Habibi" userId="fbeeb967-9b78-4012-b41a-a723c09ee9c3" providerId="ADAL" clId="{AEBEEF59-BF14-46FC-9618-A2BF0255DFAC}" dt="2026-09-02T23:38:47.874" v="978" actId="20577"/>
        <pc:sldMkLst>
          <pc:docMk/>
          <pc:sldMk cId="0" sldId="270"/>
        </pc:sldMkLst>
        <pc:spChg chg="mod">
          <ac:chgData name="Farzad Habibi" userId="fbeeb967-9b78-4012-b41a-a723c09ee9c3" providerId="ADAL" clId="{AEBEEF59-BF14-46FC-9618-A2BF0255DFAC}" dt="2026-09-02T23:24:55.360" v="945" actId="14100"/>
          <ac:spMkLst>
            <pc:docMk/>
            <pc:sldMk cId="0" sldId="270"/>
            <ac:spMk id="9" creationId="{00000000-0000-0000-0000-000000000000}"/>
          </ac:spMkLst>
        </pc:spChg>
        <pc:spChg chg="del">
          <ac:chgData name="Farzad Habibi" userId="fbeeb967-9b78-4012-b41a-a723c09ee9c3" providerId="ADAL" clId="{AEBEEF59-BF14-46FC-9618-A2BF0255DFAC}" dt="2026-09-02T23:24:43.400" v="942" actId="478"/>
          <ac:spMkLst>
            <pc:docMk/>
            <pc:sldMk cId="0" sldId="270"/>
            <ac:spMk id="10" creationId="{00000000-0000-0000-0000-000000000000}"/>
          </ac:spMkLst>
        </pc:spChg>
        <pc:spChg chg="del">
          <ac:chgData name="Farzad Habibi" userId="fbeeb967-9b78-4012-b41a-a723c09ee9c3" providerId="ADAL" clId="{AEBEEF59-BF14-46FC-9618-A2BF0255DFAC}" dt="2026-09-02T23:24:45.978" v="943" actId="478"/>
          <ac:spMkLst>
            <pc:docMk/>
            <pc:sldMk cId="0" sldId="270"/>
            <ac:spMk id="11" creationId="{00000000-0000-0000-0000-000000000000}"/>
          </ac:spMkLst>
        </pc:spChg>
        <pc:spChg chg="del">
          <ac:chgData name="Farzad Habibi" userId="fbeeb967-9b78-4012-b41a-a723c09ee9c3" providerId="ADAL" clId="{AEBEEF59-BF14-46FC-9618-A2BF0255DFAC}" dt="2026-09-02T23:24:43.400" v="942" actId="478"/>
          <ac:spMkLst>
            <pc:docMk/>
            <pc:sldMk cId="0" sldId="270"/>
            <ac:spMk id="12" creationId="{00000000-0000-0000-0000-000000000000}"/>
          </ac:spMkLst>
        </pc:spChg>
        <pc:spChg chg="del">
          <ac:chgData name="Farzad Habibi" userId="fbeeb967-9b78-4012-b41a-a723c09ee9c3" providerId="ADAL" clId="{AEBEEF59-BF14-46FC-9618-A2BF0255DFAC}" dt="2026-09-02T23:24:45.978" v="943" actId="478"/>
          <ac:spMkLst>
            <pc:docMk/>
            <pc:sldMk cId="0" sldId="270"/>
            <ac:spMk id="13" creationId="{00000000-0000-0000-0000-000000000000}"/>
          </ac:spMkLst>
        </pc:spChg>
        <pc:spChg chg="del">
          <ac:chgData name="Farzad Habibi" userId="fbeeb967-9b78-4012-b41a-a723c09ee9c3" providerId="ADAL" clId="{AEBEEF59-BF14-46FC-9618-A2BF0255DFAC}" dt="2026-09-02T23:24:43.400" v="942" actId="478"/>
          <ac:spMkLst>
            <pc:docMk/>
            <pc:sldMk cId="0" sldId="270"/>
            <ac:spMk id="14" creationId="{00000000-0000-0000-0000-000000000000}"/>
          </ac:spMkLst>
        </pc:spChg>
        <pc:spChg chg="del">
          <ac:chgData name="Farzad Habibi" userId="fbeeb967-9b78-4012-b41a-a723c09ee9c3" providerId="ADAL" clId="{AEBEEF59-BF14-46FC-9618-A2BF0255DFAC}" dt="2026-09-02T23:24:51.675" v="944" actId="478"/>
          <ac:spMkLst>
            <pc:docMk/>
            <pc:sldMk cId="0" sldId="270"/>
            <ac:spMk id="15" creationId="{00000000-0000-0000-0000-000000000000}"/>
          </ac:spMkLst>
        </pc:spChg>
        <pc:spChg chg="mod">
          <ac:chgData name="Farzad Habibi" userId="fbeeb967-9b78-4012-b41a-a723c09ee9c3" providerId="ADAL" clId="{AEBEEF59-BF14-46FC-9618-A2BF0255DFAC}" dt="2026-09-02T23:38:47.874" v="978" actId="20577"/>
          <ac:spMkLst>
            <pc:docMk/>
            <pc:sldMk cId="0" sldId="270"/>
            <ac:spMk id="19" creationId="{00000000-0000-0000-0000-000000000000}"/>
          </ac:spMkLst>
        </pc:spChg>
      </pc:sldChg>
    </pc:docChg>
  </pc:docChgLst>
</pc:chgInfo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Header Placeholder 5"/>
          <p:cNvSpPr>
            <a:spLocks noGrp="1"/>
          </p:cNvSpPr>
          <p:nvPr>
            <p:ph type="hdr" sz="quarter"/>
          </p:nvPr>
        </p:nvSpPr>
        <p:spPr>
          <a:xfrm>
            <a:off x="0" y="-11574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>
              <a:latin typeface="Segoe UI" panose="020B0502040204020203" pitchFamily="34" charset="0"/>
            </a:endParaRPr>
          </a:p>
        </p:txBody>
      </p:sp>
      <p:sp>
        <p:nvSpPr>
          <p:cNvPr id="7" name="Date Placeholder 6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0F9EC6-89FF-47E1-8594-1A32E3B45134}" type="datetime8">
              <a:rPr lang="en-US" smtClean="0">
                <a:latin typeface="Segoe UI" panose="020B0502040204020203" pitchFamily="34" charset="0"/>
              </a:rPr>
              <a:t>9/3/2026 9:12 AM</a:t>
            </a:fld>
            <a:endParaRPr lang="en-US">
              <a:latin typeface="Segoe UI" panose="020B0502040204020203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5795010" cy="3324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marL="398463" defTabSz="914099" eaLnBrk="0" hangingPunct="0"/>
            <a:r>
              <a:rPr lang="en-US" sz="40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anose="020B0502040204020203" pitchFamily="34" charset="0"/>
                <a:ea typeface="Segoe UI" pitchFamily="34" charset="0"/>
                <a:cs typeface="Segoe UI" panose="020B0502040204020203" pitchFamily="34" charset="0"/>
              </a:rPr>
              <a:t>©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3"/>
          </p:nvPr>
        </p:nvSpPr>
        <p:spPr>
          <a:xfrm>
            <a:off x="5783579" y="8685213"/>
            <a:ext cx="1072833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C9E9D6-92A0-482B-A603-C9BA7FFB8190}" type="slidenum">
              <a:rPr lang="en-US" smtClean="0">
                <a:latin typeface="Segoe UI" panose="020B0502040204020203" pitchFamily="34" charset="0"/>
              </a:rPr>
              <a:t>‹#›</a:t>
            </a:fld>
            <a:endParaRPr lang="en-US"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4595630"/>
      </p:ext>
    </p:extLst>
  </p:cSld>
  <p:clrMap bg1="lt1" tx1="dk1" bg2="lt2" tx2="dk2" accent1="accent1" accent2="accent2" accent3="accent3" accent4="accent4" accent5="accent5" accent6="accent6" hlink="hlink" folHlink="folHlink"/>
  <p:hf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Header Placeholder 7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Slide Image Placeholder 8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4"/>
          </p:nvPr>
        </p:nvSpPr>
        <p:spPr>
          <a:xfrm>
            <a:off x="0" y="8686800"/>
            <a:ext cx="5920740" cy="35596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marL="571500" indent="0" algn="l">
              <a:defRPr sz="1200"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ea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11" name="Date Placeholder 10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Segoe UI" panose="020B0502040204020203" pitchFamily="34" charset="0"/>
              </a:defRPr>
            </a:lvl1pPr>
          </a:lstStyle>
          <a:p>
            <a:fld id="{386CE63F-9E7F-4C04-9D0D-FCA25A8E9E86}" type="datetime8">
              <a:rPr lang="en-US" smtClean="0"/>
              <a:pPr/>
              <a:t>9/3/2026 9:12 AM</a:t>
            </a:fld>
            <a:endParaRPr lang="en-US"/>
          </a:p>
        </p:txBody>
      </p:sp>
      <p:sp>
        <p:nvSpPr>
          <p:cNvPr id="12" name="Notes Placeholder 11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5"/>
          </p:nvPr>
        </p:nvSpPr>
        <p:spPr>
          <a:xfrm>
            <a:off x="5909309" y="8685213"/>
            <a:ext cx="947103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Segoe UI" panose="020B0502040204020203" pitchFamily="34" charset="0"/>
              </a:defRPr>
            </a:lvl1pPr>
          </a:lstStyle>
          <a:p>
            <a:fld id="{B4008EB6-D09E-4580-8CD6-DDB14511944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4648265"/>
      </p:ext>
    </p:extLst>
  </p:cSld>
  <p:clrMap bg1="lt1" tx1="dk1" bg2="lt2" tx2="dk2" accent1="accent1" accent2="accent2" accent3="accent3" accent4="accent4" accent5="accent5" accent6="accent6" hlink="hlink" folHlink="folHlink"/>
  <p:hf/>
  <p:notesStyle>
    <a:lvl1pPr marL="0" algn="l" defTabSz="914367" rtl="0" eaLnBrk="1" latinLnBrk="0" hangingPunct="1">
      <a:lnSpc>
        <a:spcPct val="90000"/>
      </a:lnSpc>
      <a:spcAft>
        <a:spcPts val="333"/>
      </a:spcAft>
      <a:defRPr sz="882" kern="1200">
        <a:solidFill>
          <a:schemeClr val="tx1"/>
        </a:solidFill>
        <a:latin typeface="Segoe UI" panose="020B0502040204020203" pitchFamily="34" charset="0"/>
        <a:ea typeface="+mn-ea"/>
        <a:cs typeface="+mn-cs"/>
      </a:defRPr>
    </a:lvl1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3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3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5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5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5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image" Target="../media/image5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Relationship Id="rId3" Type="http://schemas.openxmlformats.org/officeDocument/2006/relationships/image" Target="../media/image3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3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jpe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jpe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jpe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jpeg"/><Relationship Id="rId3" Type="http://schemas.openxmlformats.org/officeDocument/2006/relationships/image" Target="../media/image17.jpeg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jpeg"/><Relationship Id="rId3" Type="http://schemas.openxmlformats.org/officeDocument/2006/relationships/image" Target="../media/image19.jpeg"/><Relationship Id="rId4" Type="http://schemas.openxmlformats.org/officeDocument/2006/relationships/image" Target="../media/image20.jpeg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Relationship Id="rId4" Type="http://schemas.openxmlformats.org/officeDocument/2006/relationships/image" Target="../media/image23.png"/><Relationship Id="rId5" Type="http://schemas.openxmlformats.org/officeDocument/2006/relationships/image" Target="../media/image24.svg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5.png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6.png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7.png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8.png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9.png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0.png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1.png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2.png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3.png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/Relationships>
</file>

<file path=ppt/slideLayouts/_rels/slideLayout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/Relationships>
</file>

<file path=ppt/slideLayouts/_rels/slideLayout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37.jpeg"/></Relationships>
</file>

<file path=ppt/slideLayouts/_rels/slideLayout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39.jpeg"/></Relationships>
</file>

<file path=ppt/slideLayouts/_rels/slideLayout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1.jpeg"/></Relationships>
</file>

<file path=ppt/slideLayouts/_rels/slideLayout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2.jpeg"/></Relationships>
</file>

<file path=ppt/slideLayouts/_rels/slideLayout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3.jpeg"/></Relationships>
</file>

<file path=ppt/slideLayouts/_rels/slideLayout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4.png"/><Relationship Id="rId3" Type="http://schemas.openxmlformats.org/officeDocument/2006/relationships/image" Target="../media/image3.png"/></Relationships>
</file>

<file path=ppt/slideLayouts/_rels/slideLayout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5.png"/><Relationship Id="rId3" Type="http://schemas.openxmlformats.org/officeDocument/2006/relationships/image" Target="../media/image5.png"/></Relationships>
</file>

<file path=ppt/slideLayouts/_rels/slideLayout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alkin 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53B4BC62-442D-D07F-D062-B23F459AF590}"/>
              </a:ext>
            </a:extLst>
          </p:cNvPr>
          <p:cNvSpPr txBox="1"/>
          <p:nvPr userDrawn="1"/>
        </p:nvSpPr>
        <p:spPr>
          <a:xfrm>
            <a:off x="584200" y="2427667"/>
            <a:ext cx="3790950" cy="149579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>
              <a:lnSpc>
                <a:spcPct val="90000"/>
              </a:lnSpc>
            </a:pPr>
            <a:r>
              <a:rPr lang="en-US" sz="5400" b="0" i="0" spc="-150">
                <a:solidFill>
                  <a:schemeClr val="tx1"/>
                </a:solidFill>
                <a:latin typeface="+mj-lt"/>
                <a:cs typeface="Segoe UI" panose="020B0502040204020203" pitchFamily="34" charset="0"/>
              </a:rPr>
              <a:t>Microsoft Azure</a:t>
            </a:r>
          </a:p>
        </p:txBody>
      </p:sp>
      <p:pic>
        <p:nvPicPr>
          <p:cNvPr id="4" name="Picture 3" descr="Microsoft Azure logo">
            <a:extLst>
              <a:ext uri="{FF2B5EF4-FFF2-40B4-BE49-F238E27FC236}">
                <a16:creationId xmlns:a16="http://schemas.microsoft.com/office/drawing/2014/main" id="{B92E3A10-69AE-68A3-B512-FC086263F47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94223" y="296181"/>
            <a:ext cx="2623905" cy="8678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3746246"/>
      </p:ext>
    </p:extLst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alkin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53B4BC62-442D-D07F-D062-B23F459AF590}"/>
              </a:ext>
            </a:extLst>
          </p:cNvPr>
          <p:cNvSpPr txBox="1"/>
          <p:nvPr userDrawn="1"/>
        </p:nvSpPr>
        <p:spPr>
          <a:xfrm>
            <a:off x="584200" y="2427667"/>
            <a:ext cx="3790950" cy="149579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>
              <a:lnSpc>
                <a:spcPct val="90000"/>
              </a:lnSpc>
            </a:pPr>
            <a:r>
              <a:rPr lang="en-US" sz="5400" b="0" i="0" spc="-150">
                <a:solidFill>
                  <a:schemeClr val="bg1"/>
                </a:solidFill>
                <a:latin typeface="+mj-lt"/>
                <a:cs typeface="Segoe UI" panose="020B0502040204020203" pitchFamily="34" charset="0"/>
              </a:rPr>
              <a:t>Microsoft Azure</a:t>
            </a:r>
          </a:p>
        </p:txBody>
      </p:sp>
      <p:pic>
        <p:nvPicPr>
          <p:cNvPr id="2" name="Picture 1" descr="Microsoft Azure logo">
            <a:extLst>
              <a:ext uri="{FF2B5EF4-FFF2-40B4-BE49-F238E27FC236}">
                <a16:creationId xmlns:a16="http://schemas.microsoft.com/office/drawing/2014/main" id="{01FEAF95-BADD-9F33-545F-EF09602EDEB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294223" y="296181"/>
            <a:ext cx="2623905" cy="8678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799712"/>
      </p:ext>
    </p:extLst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584200" y="2302670"/>
            <a:ext cx="4978400" cy="1231106"/>
          </a:xfrm>
          <a:noFill/>
        </p:spPr>
        <p:txBody>
          <a:bodyPr wrap="square" lIns="0" tIns="0" rIns="0" bIns="0" anchor="b" anchorCtr="0">
            <a:spAutoFit/>
          </a:bodyPr>
          <a:lstStyle>
            <a:lvl1pPr>
              <a:defRPr sz="4000" b="0" i="0" spc="-150" baseline="0">
                <a:solidFill>
                  <a:schemeClr val="accent5"/>
                </a:solidFill>
                <a:latin typeface="+mj-lt"/>
                <a:cs typeface="Segoe UI" panose="020B0502040204020203" pitchFamily="34" charset="0"/>
              </a:defRPr>
            </a:lvl1pPr>
          </a:lstStyle>
          <a:p>
            <a:r>
              <a:rPr lang="en-US"/>
              <a:t>Event name or presentation title 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84200" y="3962400"/>
            <a:ext cx="4978400" cy="246221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1600" b="0" i="0" spc="0" baseline="0">
                <a:solidFill>
                  <a:schemeClr val="accent5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Speaker name or subtitle text</a:t>
            </a:r>
          </a:p>
        </p:txBody>
      </p:sp>
      <p:pic>
        <p:nvPicPr>
          <p:cNvPr id="2" name="Picture 1" descr="Microsoft Azure logo">
            <a:extLst>
              <a:ext uri="{FF2B5EF4-FFF2-40B4-BE49-F238E27FC236}">
                <a16:creationId xmlns:a16="http://schemas.microsoft.com/office/drawing/2014/main" id="{67D9173D-5201-E09B-CAD7-1B9251C6A73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94223" y="296181"/>
            <a:ext cx="2623905" cy="8678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611275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232" userDrawn="1">
          <p15:clr>
            <a:srgbClr val="5ACBF0"/>
          </p15:clr>
        </p15:guide>
        <p15:guide id="2" orient="horz" pos="2520" userDrawn="1">
          <p15:clr>
            <a:srgbClr val="5ACBF0"/>
          </p15:clr>
        </p15:guide>
        <p15:guide id="3" pos="6144">
          <p15:clr>
            <a:srgbClr val="5ACBF0"/>
          </p15:clr>
        </p15:guide>
        <p15:guide id="4" orient="horz" pos="216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584200" y="2302670"/>
            <a:ext cx="4978400" cy="1231106"/>
          </a:xfrm>
          <a:noFill/>
        </p:spPr>
        <p:txBody>
          <a:bodyPr wrap="square" lIns="0" tIns="0" rIns="0" bIns="0" anchor="b" anchorCtr="0">
            <a:spAutoFit/>
          </a:bodyPr>
          <a:lstStyle>
            <a:lvl1pPr>
              <a:defRPr lang="en-US" sz="4000" b="0" i="0" kern="1200" cap="none" spc="-150" baseline="0" dirty="0">
                <a:ln w="3175">
                  <a:noFill/>
                </a:ln>
                <a:solidFill>
                  <a:schemeClr val="accent5"/>
                </a:solidFill>
                <a:effectLst/>
                <a:latin typeface="+mj-lt"/>
                <a:ea typeface="+mn-ea"/>
                <a:cs typeface="Segoe UI" panose="020B0502040204020203" pitchFamily="34" charset="0"/>
              </a:defRPr>
            </a:lvl1pPr>
          </a:lstStyle>
          <a:p>
            <a:r>
              <a:rPr lang="en-US"/>
              <a:t>Event name or presentation title 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84200" y="3962400"/>
            <a:ext cx="4978400" cy="246221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1600" b="0" i="0" spc="0" baseline="0">
                <a:solidFill>
                  <a:schemeClr val="accent5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Speaker name or subtitle text</a:t>
            </a:r>
          </a:p>
        </p:txBody>
      </p:sp>
      <p:pic>
        <p:nvPicPr>
          <p:cNvPr id="2" name="Picture 1" descr="Microsoft Azure logo">
            <a:extLst>
              <a:ext uri="{FF2B5EF4-FFF2-40B4-BE49-F238E27FC236}">
                <a16:creationId xmlns:a16="http://schemas.microsoft.com/office/drawing/2014/main" id="{653053D8-653F-FBDE-970C-D4605EBBD5D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94223" y="296181"/>
            <a:ext cx="2623905" cy="8678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547483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232" userDrawn="1">
          <p15:clr>
            <a:srgbClr val="5ACBF0"/>
          </p15:clr>
        </p15:guide>
        <p15:guide id="2" orient="horz" pos="2520" userDrawn="1">
          <p15:clr>
            <a:srgbClr val="5ACBF0"/>
          </p15:clr>
        </p15:guide>
        <p15:guide id="3" pos="6144">
          <p15:clr>
            <a:srgbClr val="5ACBF0"/>
          </p15:clr>
        </p15:guide>
        <p15:guide id="4" orient="horz" pos="216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3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584200" y="2302670"/>
            <a:ext cx="4978400" cy="1231106"/>
          </a:xfrm>
          <a:noFill/>
        </p:spPr>
        <p:txBody>
          <a:bodyPr wrap="square" lIns="0" tIns="0" rIns="0" bIns="0" anchor="b" anchorCtr="0">
            <a:spAutoFit/>
          </a:bodyPr>
          <a:lstStyle>
            <a:lvl1pPr>
              <a:defRPr sz="4000" b="0" i="0" spc="-150" baseline="0">
                <a:solidFill>
                  <a:schemeClr val="bg1"/>
                </a:solidFill>
                <a:latin typeface="+mj-lt"/>
                <a:cs typeface="Segoe UI" panose="020B0502040204020203" pitchFamily="34" charset="0"/>
              </a:defRPr>
            </a:lvl1pPr>
          </a:lstStyle>
          <a:p>
            <a:r>
              <a:rPr lang="en-US"/>
              <a:t>Event name or presentation title 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84200" y="3962400"/>
            <a:ext cx="4978400" cy="246221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1600" b="0" i="0" spc="0" baseline="0">
                <a:solidFill>
                  <a:schemeClr val="bg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Speaker name or subtitle text</a:t>
            </a:r>
          </a:p>
        </p:txBody>
      </p:sp>
      <p:pic>
        <p:nvPicPr>
          <p:cNvPr id="2" name="Picture 1" descr="Microsoft Azure logo">
            <a:extLst>
              <a:ext uri="{FF2B5EF4-FFF2-40B4-BE49-F238E27FC236}">
                <a16:creationId xmlns:a16="http://schemas.microsoft.com/office/drawing/2014/main" id="{9B3177C6-DD9F-C15E-26BC-514D96E9555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294223" y="296181"/>
            <a:ext cx="2623905" cy="8678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429403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232" userDrawn="1">
          <p15:clr>
            <a:srgbClr val="5ACBF0"/>
          </p15:clr>
        </p15:guide>
        <p15:guide id="2" orient="horz" pos="2520" userDrawn="1">
          <p15:clr>
            <a:srgbClr val="5ACBF0"/>
          </p15:clr>
        </p15:guide>
        <p15:guide id="3" pos="6144">
          <p15:clr>
            <a:srgbClr val="5ACBF0"/>
          </p15:clr>
        </p15:guide>
        <p15:guide id="4" orient="horz" pos="216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4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584200" y="2302670"/>
            <a:ext cx="4978400" cy="1231106"/>
          </a:xfrm>
          <a:noFill/>
        </p:spPr>
        <p:txBody>
          <a:bodyPr wrap="square" lIns="0" tIns="0" rIns="0" bIns="0" anchor="b" anchorCtr="0">
            <a:spAutoFit/>
          </a:bodyPr>
          <a:lstStyle>
            <a:lvl1pPr>
              <a:defRPr sz="4000" b="0" i="0" spc="-150" baseline="0">
                <a:solidFill>
                  <a:schemeClr val="bg1"/>
                </a:solidFill>
                <a:latin typeface="+mj-lt"/>
                <a:cs typeface="Segoe UI" panose="020B0502040204020203" pitchFamily="34" charset="0"/>
              </a:defRPr>
            </a:lvl1pPr>
          </a:lstStyle>
          <a:p>
            <a:r>
              <a:rPr lang="en-US"/>
              <a:t>Event name or presentation title 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84200" y="3962400"/>
            <a:ext cx="4978400" cy="246221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1600" b="0" i="0" spc="0" baseline="0">
                <a:solidFill>
                  <a:schemeClr val="bg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Speaker name or subtitle text</a:t>
            </a:r>
          </a:p>
        </p:txBody>
      </p:sp>
      <p:pic>
        <p:nvPicPr>
          <p:cNvPr id="2" name="Picture 1" descr="Microsoft Azure logo">
            <a:extLst>
              <a:ext uri="{FF2B5EF4-FFF2-40B4-BE49-F238E27FC236}">
                <a16:creationId xmlns:a16="http://schemas.microsoft.com/office/drawing/2014/main" id="{0BC4438E-CE4D-08B9-E2F2-C279ADF46CD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294223" y="296181"/>
            <a:ext cx="2623905" cy="8678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513682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232" userDrawn="1">
          <p15:clr>
            <a:srgbClr val="5ACBF0"/>
          </p15:clr>
        </p15:guide>
        <p15:guide id="2" orient="horz" pos="2520" userDrawn="1">
          <p15:clr>
            <a:srgbClr val="5ACBF0"/>
          </p15:clr>
        </p15:guide>
        <p15:guide id="3" pos="6144">
          <p15:clr>
            <a:srgbClr val="5ACBF0"/>
          </p15:clr>
        </p15:guide>
        <p15:guide id="4" orient="horz" pos="216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ondary Title Slide 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584200" y="2302670"/>
            <a:ext cx="4978400" cy="1231106"/>
          </a:xfrm>
          <a:noFill/>
        </p:spPr>
        <p:txBody>
          <a:bodyPr wrap="square" lIns="0" tIns="0" rIns="0" bIns="0" anchor="b" anchorCtr="0">
            <a:spAutoFit/>
          </a:bodyPr>
          <a:lstStyle>
            <a:lvl1pPr>
              <a:defRPr sz="4000" b="0" i="0" spc="-150" baseline="0">
                <a:solidFill>
                  <a:schemeClr val="bg1"/>
                </a:solidFill>
                <a:latin typeface="+mj-lt"/>
                <a:cs typeface="Segoe UI" panose="020B0502040204020203" pitchFamily="34" charset="0"/>
              </a:defRPr>
            </a:lvl1pPr>
          </a:lstStyle>
          <a:p>
            <a:r>
              <a:rPr lang="en-US"/>
              <a:t>Event name or presentation title 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84200" y="3962400"/>
            <a:ext cx="4978400" cy="246221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1600" b="0" i="0" spc="0" baseline="0">
                <a:solidFill>
                  <a:schemeClr val="bg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Speaker name or subtitle text</a:t>
            </a:r>
          </a:p>
        </p:txBody>
      </p:sp>
      <p:pic>
        <p:nvPicPr>
          <p:cNvPr id="2" name="Picture 1" descr="Microsoft Azure logo">
            <a:extLst>
              <a:ext uri="{FF2B5EF4-FFF2-40B4-BE49-F238E27FC236}">
                <a16:creationId xmlns:a16="http://schemas.microsoft.com/office/drawing/2014/main" id="{69F709E8-1811-1B40-C29C-D0B3067652F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294223" y="296181"/>
            <a:ext cx="2623905" cy="8678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719181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228">
          <p15:clr>
            <a:srgbClr val="5ACBF0"/>
          </p15:clr>
        </p15:guide>
        <p15:guide id="2" orient="horz" pos="2520" userDrawn="1">
          <p15:clr>
            <a:srgbClr val="5ACBF0"/>
          </p15:clr>
        </p15:guide>
        <p15:guide id="3" pos="6144">
          <p15:clr>
            <a:srgbClr val="5ACBF0"/>
          </p15:clr>
        </p15:guide>
        <p15:guide id="4" orient="horz" pos="216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ondary Title Slide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584200" y="2302670"/>
            <a:ext cx="4978400" cy="1231106"/>
          </a:xfrm>
          <a:noFill/>
        </p:spPr>
        <p:txBody>
          <a:bodyPr wrap="square" lIns="0" tIns="0" rIns="0" bIns="0" anchor="b" anchorCtr="0">
            <a:spAutoFit/>
          </a:bodyPr>
          <a:lstStyle>
            <a:lvl1pPr>
              <a:defRPr sz="4000" b="0" i="0" spc="-150" baseline="0">
                <a:solidFill>
                  <a:schemeClr val="bg1"/>
                </a:solidFill>
                <a:latin typeface="+mj-lt"/>
                <a:cs typeface="Segoe UI" panose="020B0502040204020203" pitchFamily="34" charset="0"/>
              </a:defRPr>
            </a:lvl1pPr>
          </a:lstStyle>
          <a:p>
            <a:r>
              <a:rPr lang="en-US"/>
              <a:t>Event name or presentation title 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84200" y="3962400"/>
            <a:ext cx="4978400" cy="246221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1600" b="0" i="0" spc="0" baseline="0">
                <a:solidFill>
                  <a:schemeClr val="bg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Speaker name or subtitle text</a:t>
            </a:r>
          </a:p>
        </p:txBody>
      </p:sp>
      <p:pic>
        <p:nvPicPr>
          <p:cNvPr id="2" name="Picture 1" descr="Microsoft Azure logo">
            <a:extLst>
              <a:ext uri="{FF2B5EF4-FFF2-40B4-BE49-F238E27FC236}">
                <a16:creationId xmlns:a16="http://schemas.microsoft.com/office/drawing/2014/main" id="{B6AD3664-A35C-72BB-FE02-7D7E84655C2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294223" y="296181"/>
            <a:ext cx="2623905" cy="8678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894353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228">
          <p15:clr>
            <a:srgbClr val="5ACBF0"/>
          </p15:clr>
        </p15:guide>
        <p15:guide id="2" orient="horz" pos="2520" userDrawn="1">
          <p15:clr>
            <a:srgbClr val="5ACBF0"/>
          </p15:clr>
        </p15:guide>
        <p15:guide id="3" pos="6144">
          <p15:clr>
            <a:srgbClr val="5ACBF0"/>
          </p15:clr>
        </p15:guide>
        <p15:guide id="4" orient="horz" pos="216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ondary Title Slide 3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584200" y="2302670"/>
            <a:ext cx="4978400" cy="1231106"/>
          </a:xfrm>
          <a:noFill/>
        </p:spPr>
        <p:txBody>
          <a:bodyPr wrap="square" lIns="0" tIns="0" rIns="0" bIns="0" anchor="b" anchorCtr="0">
            <a:spAutoFit/>
          </a:bodyPr>
          <a:lstStyle>
            <a:lvl1pPr>
              <a:defRPr sz="4000" b="0" i="0" spc="-150" baseline="0">
                <a:solidFill>
                  <a:schemeClr val="accent5"/>
                </a:solidFill>
                <a:latin typeface="+mj-lt"/>
                <a:cs typeface="Segoe UI" panose="020B0502040204020203" pitchFamily="34" charset="0"/>
              </a:defRPr>
            </a:lvl1pPr>
          </a:lstStyle>
          <a:p>
            <a:r>
              <a:rPr lang="en-US"/>
              <a:t>Event name or presentation title 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84200" y="3962400"/>
            <a:ext cx="4978400" cy="246221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1600" b="0" i="0" spc="0" baseline="0">
                <a:solidFill>
                  <a:schemeClr val="accent5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Speaker name or subtitle text</a:t>
            </a:r>
          </a:p>
        </p:txBody>
      </p:sp>
      <p:pic>
        <p:nvPicPr>
          <p:cNvPr id="2" name="Picture 1" descr="Microsoft Azure logo">
            <a:extLst>
              <a:ext uri="{FF2B5EF4-FFF2-40B4-BE49-F238E27FC236}">
                <a16:creationId xmlns:a16="http://schemas.microsoft.com/office/drawing/2014/main" id="{AE09D156-5C8F-7398-CFAF-149A8FA8860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94223" y="296181"/>
            <a:ext cx="2623905" cy="8678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602042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228">
          <p15:clr>
            <a:srgbClr val="5ACBF0"/>
          </p15:clr>
        </p15:guide>
        <p15:guide id="2" orient="horz" pos="2520">
          <p15:clr>
            <a:srgbClr val="5ACBF0"/>
          </p15:clr>
        </p15:guide>
        <p15:guide id="3" pos="6144">
          <p15:clr>
            <a:srgbClr val="5ACBF0"/>
          </p15:clr>
        </p15:guide>
        <p15:guide id="4" orient="horz" pos="216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ondary Title Slide 4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584200" y="2302670"/>
            <a:ext cx="4978400" cy="1231106"/>
          </a:xfrm>
          <a:noFill/>
        </p:spPr>
        <p:txBody>
          <a:bodyPr wrap="square" lIns="0" tIns="0" rIns="0" bIns="0" anchor="b" anchorCtr="0">
            <a:spAutoFit/>
          </a:bodyPr>
          <a:lstStyle>
            <a:lvl1pPr>
              <a:defRPr sz="4000" b="0" i="0" spc="-150" baseline="0">
                <a:solidFill>
                  <a:schemeClr val="accent5"/>
                </a:solidFill>
                <a:latin typeface="+mj-lt"/>
                <a:cs typeface="Segoe UI" panose="020B0502040204020203" pitchFamily="34" charset="0"/>
              </a:defRPr>
            </a:lvl1pPr>
          </a:lstStyle>
          <a:p>
            <a:r>
              <a:rPr lang="en-US"/>
              <a:t>Event name or presentation title 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84200" y="3962400"/>
            <a:ext cx="4978400" cy="246221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1600" b="0" i="0" spc="0" baseline="0">
                <a:solidFill>
                  <a:schemeClr val="accent5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Speaker name or subtitle text</a:t>
            </a:r>
          </a:p>
        </p:txBody>
      </p:sp>
      <p:pic>
        <p:nvPicPr>
          <p:cNvPr id="3" name="Picture 2" descr="Microsoft Azure logo">
            <a:extLst>
              <a:ext uri="{FF2B5EF4-FFF2-40B4-BE49-F238E27FC236}">
                <a16:creationId xmlns:a16="http://schemas.microsoft.com/office/drawing/2014/main" id="{BD59DF4D-F197-453D-5788-E7C5CE3BF40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94223" y="296181"/>
            <a:ext cx="2623905" cy="8678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565276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228">
          <p15:clr>
            <a:srgbClr val="5ACBF0"/>
          </p15:clr>
        </p15:guide>
        <p15:guide id="2" orient="horz" pos="2520">
          <p15:clr>
            <a:srgbClr val="5ACBF0"/>
          </p15:clr>
        </p15:guide>
        <p15:guide id="3" pos="6144">
          <p15:clr>
            <a:srgbClr val="5ACBF0"/>
          </p15:clr>
        </p15:guide>
        <p15:guide id="4" orient="horz" pos="216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ondary Title 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584200" y="2918223"/>
            <a:ext cx="9144000" cy="615553"/>
          </a:xfrm>
          <a:noFill/>
        </p:spPr>
        <p:txBody>
          <a:bodyPr lIns="0" tIns="0" rIns="0" bIns="0" anchor="b" anchorCtr="0">
            <a:spAutoFit/>
          </a:bodyPr>
          <a:lstStyle>
            <a:lvl1pPr>
              <a:defRPr sz="4000" b="0" i="0" spc="-150" baseline="0">
                <a:solidFill>
                  <a:srgbClr val="1A00E2"/>
                </a:solidFill>
                <a:latin typeface="+mj-lt"/>
                <a:cs typeface="Segoe UI" panose="020B0502040204020203" pitchFamily="34" charset="0"/>
              </a:defRPr>
            </a:lvl1pPr>
          </a:lstStyle>
          <a:p>
            <a:r>
              <a:rPr lang="en-US"/>
              <a:t>Event name or presentation title 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84200" y="3962400"/>
            <a:ext cx="9144000" cy="246221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1600" b="0" i="0" spc="0" baseline="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Speaker name or subtitle text</a:t>
            </a:r>
          </a:p>
        </p:txBody>
      </p:sp>
      <p:pic>
        <p:nvPicPr>
          <p:cNvPr id="2" name="Picture 1" descr="Microsoft Azure logo">
            <a:extLst>
              <a:ext uri="{FF2B5EF4-FFF2-40B4-BE49-F238E27FC236}">
                <a16:creationId xmlns:a16="http://schemas.microsoft.com/office/drawing/2014/main" id="{713A1BFA-9304-9AFB-199A-70D66765FCC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94223" y="296181"/>
            <a:ext cx="2623905" cy="8678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439708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228">
          <p15:clr>
            <a:srgbClr val="5ACBF0"/>
          </p15:clr>
        </p15:guide>
        <p15:guide id="2" orient="horz" pos="2496">
          <p15:clr>
            <a:srgbClr val="5ACBF0"/>
          </p15:clr>
        </p15:guide>
        <p15:guide id="3" pos="6132">
          <p15:clr>
            <a:srgbClr val="5ACBF0"/>
          </p15:clr>
        </p15:guide>
        <p15:guide id="4" orient="horz" pos="216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08CE50-46CE-0973-AC08-7477BEAD00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11">
            <a:extLst>
              <a:ext uri="{FF2B5EF4-FFF2-40B4-BE49-F238E27FC236}">
                <a16:creationId xmlns:a16="http://schemas.microsoft.com/office/drawing/2014/main" id="{03424D10-01E7-37F9-6091-2C95487D9F7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200" y="1438275"/>
            <a:ext cx="2532063" cy="61555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000" b="0" i="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FDFE8ED1-0EC9-B339-1813-0B4260A0A2D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4200" y="2283115"/>
            <a:ext cx="2532063" cy="1600438"/>
          </a:xfrm>
        </p:spPr>
        <p:txBody>
          <a:bodyPr vert="horz" wrap="square" lIns="0" tIns="0" rIns="0" bIns="0" rtlCol="0">
            <a:spAutoFit/>
          </a:bodyPr>
          <a:lstStyle>
            <a:lvl1pPr>
              <a:defRPr lang="en-US" sz="1600" dirty="0">
                <a:latin typeface="+mn-lt"/>
              </a:defRPr>
            </a:lvl1pPr>
            <a:lvl2pPr>
              <a:defRPr lang="en-US" sz="1600" dirty="0">
                <a:latin typeface="+mn-lt"/>
              </a:defRPr>
            </a:lvl2pPr>
            <a:lvl3pPr>
              <a:defRPr lang="en-US" sz="1600" dirty="0">
                <a:latin typeface="+mn-lt"/>
              </a:defRPr>
            </a:lvl3pPr>
            <a:lvl4pPr>
              <a:defRPr lang="en-US" sz="1400" dirty="0">
                <a:latin typeface="+mn-lt"/>
              </a:defRPr>
            </a:lvl4pPr>
            <a:lvl5pPr>
              <a:defRPr lang="en-US" sz="1400" dirty="0">
                <a:latin typeface="+mn-lt"/>
              </a:defRPr>
            </a:lvl5pPr>
          </a:lstStyle>
          <a:p>
            <a:pPr marL="141288" lvl="0" indent="-141288"/>
            <a:r>
              <a:rPr lang="en-US"/>
              <a:t>Click to edit Master text styles</a:t>
            </a:r>
          </a:p>
          <a:p>
            <a:pPr marL="141288" lvl="1" indent="-141288"/>
            <a:r>
              <a:rPr lang="en-US"/>
              <a:t>Second level</a:t>
            </a:r>
          </a:p>
          <a:p>
            <a:pPr marL="141288" lvl="2" indent="-141288"/>
            <a:r>
              <a:rPr lang="en-US"/>
              <a:t>Third level</a:t>
            </a:r>
          </a:p>
          <a:p>
            <a:pPr marL="141288" lvl="3" indent="-141288"/>
            <a:r>
              <a:rPr lang="en-US"/>
              <a:t>Fourth level</a:t>
            </a:r>
          </a:p>
          <a:p>
            <a:pPr marL="141288" lvl="4" indent="-141288"/>
            <a:r>
              <a:rPr lang="en-US"/>
              <a:t>Fifth level</a:t>
            </a:r>
          </a:p>
        </p:txBody>
      </p:sp>
      <p:sp>
        <p:nvSpPr>
          <p:cNvPr id="5" name="Text Placeholder 11">
            <a:extLst>
              <a:ext uri="{FF2B5EF4-FFF2-40B4-BE49-F238E27FC236}">
                <a16:creationId xmlns:a16="http://schemas.microsoft.com/office/drawing/2014/main" id="{823006D8-810A-DCBB-7E79-17F6322E2FF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413125" y="1438275"/>
            <a:ext cx="2533650" cy="61555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lang="en-US" sz="2000" b="0" i="0" kern="1200" spc="0" baseline="0" dirty="0">
                <a:solidFill>
                  <a:schemeClr val="tx2"/>
                </a:solidFill>
                <a:latin typeface="+mj-lt"/>
                <a:ea typeface="+mn-ea"/>
                <a:cs typeface="Segoe UI" panose="020B0502040204020203" pitchFamily="34" charset="0"/>
              </a:defRPr>
            </a:lvl1pPr>
          </a:lstStyle>
          <a:p>
            <a:pPr marL="0" marR="0" lvl="0" indent="0" algn="l" defTabSz="932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</a:pPr>
            <a:r>
              <a:rPr lang="en-US"/>
              <a:t>Click to edit Master text styles</a:t>
            </a:r>
          </a:p>
        </p:txBody>
      </p:sp>
      <p:sp>
        <p:nvSpPr>
          <p:cNvPr id="6" name="Text Placeholder 9">
            <a:extLst>
              <a:ext uri="{FF2B5EF4-FFF2-40B4-BE49-F238E27FC236}">
                <a16:creationId xmlns:a16="http://schemas.microsoft.com/office/drawing/2014/main" id="{ADAAB847-57CB-2458-2ADA-6D777079407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413125" y="2276475"/>
            <a:ext cx="2532063" cy="1600438"/>
          </a:xfrm>
        </p:spPr>
        <p:txBody>
          <a:bodyPr vert="horz" wrap="square" lIns="0" tIns="0" rIns="0" bIns="0" rtlCol="0">
            <a:spAutoFit/>
          </a:bodyPr>
          <a:lstStyle>
            <a:lvl1pPr>
              <a:defRPr lang="en-US" sz="1600" dirty="0">
                <a:latin typeface="+mn-lt"/>
              </a:defRPr>
            </a:lvl1pPr>
            <a:lvl2pPr>
              <a:defRPr lang="en-US" sz="1600" dirty="0">
                <a:latin typeface="+mn-lt"/>
              </a:defRPr>
            </a:lvl2pPr>
            <a:lvl3pPr>
              <a:defRPr lang="en-US" sz="1600" dirty="0">
                <a:latin typeface="+mn-lt"/>
              </a:defRPr>
            </a:lvl3pPr>
            <a:lvl4pPr>
              <a:defRPr lang="en-US" sz="1400" dirty="0">
                <a:latin typeface="+mn-lt"/>
              </a:defRPr>
            </a:lvl4pPr>
            <a:lvl5pPr>
              <a:defRPr lang="en-US" sz="1400" dirty="0">
                <a:latin typeface="+mn-lt"/>
              </a:defRPr>
            </a:lvl5pPr>
          </a:lstStyle>
          <a:p>
            <a:pPr marL="141288" lvl="0" indent="-141288"/>
            <a:r>
              <a:rPr lang="en-US"/>
              <a:t>Click to edit Master text styles</a:t>
            </a:r>
          </a:p>
          <a:p>
            <a:pPr marL="141288" lvl="1" indent="-141288"/>
            <a:r>
              <a:rPr lang="en-US"/>
              <a:t>Second level</a:t>
            </a:r>
          </a:p>
          <a:p>
            <a:pPr marL="141288" lvl="2" indent="-141288"/>
            <a:r>
              <a:rPr lang="en-US"/>
              <a:t>Third level</a:t>
            </a:r>
          </a:p>
          <a:p>
            <a:pPr marL="141288" lvl="3" indent="-141288"/>
            <a:r>
              <a:rPr lang="en-US"/>
              <a:t>Fourth level</a:t>
            </a:r>
          </a:p>
          <a:p>
            <a:pPr marL="141288" lvl="4" indent="-141288"/>
            <a:r>
              <a:rPr lang="en-US"/>
              <a:t>Fifth level</a:t>
            </a:r>
          </a:p>
        </p:txBody>
      </p:sp>
      <p:sp>
        <p:nvSpPr>
          <p:cNvPr id="7" name="Text Placeholder 11">
            <a:extLst>
              <a:ext uri="{FF2B5EF4-FFF2-40B4-BE49-F238E27FC236}">
                <a16:creationId xmlns:a16="http://schemas.microsoft.com/office/drawing/2014/main" id="{6B655A31-FF73-73EA-1EA8-00F13891AB9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244208" y="1438275"/>
            <a:ext cx="2532063" cy="61555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lang="en-US" sz="2000" b="0" i="0" kern="1200" spc="0" baseline="0" dirty="0">
                <a:solidFill>
                  <a:schemeClr val="tx2"/>
                </a:solidFill>
                <a:latin typeface="+mj-lt"/>
                <a:ea typeface="+mn-ea"/>
                <a:cs typeface="Segoe UI" panose="020B0502040204020203" pitchFamily="34" charset="0"/>
              </a:defRPr>
            </a:lvl1pPr>
          </a:lstStyle>
          <a:p>
            <a:pPr marL="0" marR="0" lvl="0" indent="0" algn="l" defTabSz="932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</a:pPr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819634A-80BB-C620-3C16-1EA80A7B1C1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244208" y="2283115"/>
            <a:ext cx="2532063" cy="1600438"/>
          </a:xfrm>
        </p:spPr>
        <p:txBody>
          <a:bodyPr vert="horz" wrap="square" lIns="0" tIns="0" rIns="0" bIns="0" rtlCol="0">
            <a:spAutoFit/>
          </a:bodyPr>
          <a:lstStyle>
            <a:lvl1pPr>
              <a:defRPr lang="en-US" sz="1600" dirty="0">
                <a:latin typeface="+mn-lt"/>
              </a:defRPr>
            </a:lvl1pPr>
            <a:lvl2pPr>
              <a:defRPr lang="en-US" sz="1600" dirty="0">
                <a:latin typeface="+mn-lt"/>
              </a:defRPr>
            </a:lvl2pPr>
            <a:lvl3pPr>
              <a:defRPr lang="en-US" sz="1600" dirty="0">
                <a:latin typeface="+mn-lt"/>
              </a:defRPr>
            </a:lvl3pPr>
            <a:lvl4pPr>
              <a:defRPr lang="en-US" sz="1400" dirty="0">
                <a:latin typeface="+mn-lt"/>
              </a:defRPr>
            </a:lvl4pPr>
            <a:lvl5pPr>
              <a:defRPr lang="en-US" sz="1400" dirty="0">
                <a:latin typeface="+mn-lt"/>
              </a:defRPr>
            </a:lvl5pPr>
          </a:lstStyle>
          <a:p>
            <a:pPr marL="141288" lvl="0" indent="-141288"/>
            <a:r>
              <a:rPr lang="en-US"/>
              <a:t>Click to edit Master text styles</a:t>
            </a:r>
          </a:p>
          <a:p>
            <a:pPr marL="141288" lvl="1" indent="-141288"/>
            <a:r>
              <a:rPr lang="en-US"/>
              <a:t>Second level</a:t>
            </a:r>
          </a:p>
          <a:p>
            <a:pPr marL="141288" lvl="2" indent="-141288"/>
            <a:r>
              <a:rPr lang="en-US"/>
              <a:t>Third level</a:t>
            </a:r>
          </a:p>
          <a:p>
            <a:pPr marL="141288" lvl="3" indent="-141288"/>
            <a:r>
              <a:rPr lang="en-US"/>
              <a:t>Fourth level</a:t>
            </a:r>
          </a:p>
          <a:p>
            <a:pPr marL="141288" lvl="4" indent="-141288"/>
            <a:r>
              <a:rPr lang="en-US"/>
              <a:t>Fifth level</a:t>
            </a:r>
          </a:p>
        </p:txBody>
      </p:sp>
      <p:sp>
        <p:nvSpPr>
          <p:cNvPr id="9" name="Text Placeholder 11">
            <a:extLst>
              <a:ext uri="{FF2B5EF4-FFF2-40B4-BE49-F238E27FC236}">
                <a16:creationId xmlns:a16="http://schemas.microsoft.com/office/drawing/2014/main" id="{05E7CC6D-40F5-C58C-FC44-793B1A98AC5D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073133" y="1438275"/>
            <a:ext cx="2533650" cy="61555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lang="en-US" sz="2000" b="0" i="0" kern="1200" spc="0" baseline="0" dirty="0">
                <a:solidFill>
                  <a:schemeClr val="tx2"/>
                </a:solidFill>
                <a:latin typeface="+mj-lt"/>
                <a:ea typeface="+mn-ea"/>
                <a:cs typeface="Segoe UI" panose="020B0502040204020203" pitchFamily="34" charset="0"/>
              </a:defRPr>
            </a:lvl1pPr>
          </a:lstStyle>
          <a:p>
            <a:pPr marL="0" marR="0" lvl="0" indent="0" algn="l" defTabSz="932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6B93ED5-5CA7-C983-373E-E42D7424C7C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073133" y="2276475"/>
            <a:ext cx="2532063" cy="1600438"/>
          </a:xfrm>
        </p:spPr>
        <p:txBody>
          <a:bodyPr vert="horz" wrap="square" lIns="0" tIns="0" rIns="0" bIns="0" rtlCol="0">
            <a:spAutoFit/>
          </a:bodyPr>
          <a:lstStyle>
            <a:lvl1pPr>
              <a:defRPr lang="en-US" sz="1600">
                <a:latin typeface="+mn-lt"/>
              </a:defRPr>
            </a:lvl1pPr>
            <a:lvl2pPr>
              <a:defRPr lang="en-US" sz="1600">
                <a:latin typeface="+mn-lt"/>
              </a:defRPr>
            </a:lvl2pPr>
            <a:lvl3pPr>
              <a:defRPr lang="en-US" sz="1600">
                <a:latin typeface="+mn-lt"/>
              </a:defRPr>
            </a:lvl3pPr>
            <a:lvl4pPr>
              <a:defRPr lang="en-US" sz="1400">
                <a:latin typeface="+mn-lt"/>
              </a:defRPr>
            </a:lvl4pPr>
            <a:lvl5pPr>
              <a:defRPr lang="en-US" sz="1400" dirty="0">
                <a:latin typeface="+mn-lt"/>
              </a:defRPr>
            </a:lvl5pPr>
          </a:lstStyle>
          <a:p>
            <a:pPr marL="141288" lvl="0" indent="-141288"/>
            <a:r>
              <a:rPr lang="en-US"/>
              <a:t>Click to edit Master text styles</a:t>
            </a:r>
          </a:p>
          <a:p>
            <a:pPr marL="141288" lvl="1" indent="-141288"/>
            <a:r>
              <a:rPr lang="en-US"/>
              <a:t>Second level</a:t>
            </a:r>
          </a:p>
          <a:p>
            <a:pPr marL="141288" lvl="2" indent="-141288"/>
            <a:r>
              <a:rPr lang="en-US"/>
              <a:t>Third level</a:t>
            </a:r>
          </a:p>
          <a:p>
            <a:pPr marL="141288" lvl="3" indent="-141288"/>
            <a:r>
              <a:rPr lang="en-US"/>
              <a:t>Fourth level</a:t>
            </a:r>
          </a:p>
          <a:p>
            <a:pPr marL="141288" lvl="4" indent="-141288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801096839"/>
      </p:ext>
    </p:extLst>
  </p:cSld>
  <p:clrMapOvr>
    <a:masterClrMapping/>
  </p:clrMapOvr>
  <p:transition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FCFEFD-88E5-4869-B5C3-1611B0B50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A212C2-8B30-4835-8711-AA981B6CFBE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84200" y="1435100"/>
            <a:ext cx="11018838" cy="46182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  <a:lvl2pPr>
              <a:defRPr>
                <a:solidFill>
                  <a:schemeClr val="tx1"/>
                </a:solidFill>
                <a:latin typeface="+mn-lt"/>
              </a:defRPr>
            </a:lvl2pPr>
            <a:lvl3pPr>
              <a:defRPr>
                <a:solidFill>
                  <a:schemeClr val="tx1"/>
                </a:solidFill>
                <a:latin typeface="+mn-lt"/>
              </a:defRPr>
            </a:lvl3pPr>
            <a:lvl4pPr>
              <a:defRPr>
                <a:solidFill>
                  <a:schemeClr val="tx1"/>
                </a:solidFill>
                <a:latin typeface="+mn-lt"/>
              </a:defRPr>
            </a:lvl4pPr>
            <a:lvl5pPr>
              <a:defRPr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F9662A5-6E2F-47B0-9B6E-E87983D375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 b="0" i="0">
                <a:solidFill>
                  <a:srgbClr val="A3A3A3"/>
                </a:solidFill>
                <a:latin typeface="Segoe UI" panose="020B0502040204020203" pitchFamily="34" charset="0"/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322482736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orient="horz" pos="1272">
          <p15:clr>
            <a:srgbClr val="5ACBF0"/>
          </p15:clr>
        </p15:guide>
        <p15:guide id="3" orient="horz" pos="288">
          <p15:clr>
            <a:srgbClr val="5ACBF0"/>
          </p15:clr>
        </p15:guide>
        <p15:guide id="5" orient="horz" pos="904">
          <p15:clr>
            <a:srgbClr val="5ACBF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&amp; Non-bullet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34B655BA-10A4-4A57-89DB-CFFBE1CA1E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586390" y="1434370"/>
            <a:ext cx="11018520" cy="1612749"/>
          </a:xfrm>
        </p:spPr>
        <p:txBody>
          <a:bodyPr wrap="square">
            <a:spAutoFit/>
          </a:bodyPr>
          <a:lstStyle>
            <a:lvl1pPr marL="0" indent="0">
              <a:buNone/>
              <a:defRPr>
                <a:latin typeface="+mn-lt"/>
              </a:defRPr>
            </a:lvl1pPr>
            <a:lvl2pPr marL="228600" indent="0">
              <a:buNone/>
              <a:defRPr>
                <a:latin typeface="+mn-lt"/>
              </a:defRPr>
            </a:lvl2pPr>
            <a:lvl3pPr marL="457200" indent="0">
              <a:buNone/>
              <a:defRPr>
                <a:latin typeface="+mn-lt"/>
              </a:defRPr>
            </a:lvl3pPr>
            <a:lvl4pPr marL="685800" indent="0">
              <a:buNone/>
              <a:defRPr>
                <a:latin typeface="+mn-lt"/>
              </a:defRPr>
            </a:lvl4pPr>
            <a:lvl5pPr marL="914400" indent="0">
              <a:buNone/>
              <a:defRPr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96579812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905">
          <p15:clr>
            <a:srgbClr val="5ACBF0"/>
          </p15:clr>
        </p15:guide>
        <p15:guide id="4" orient="horz" pos="1272">
          <p15:clr>
            <a:srgbClr val="5ACBF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 Bulle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BE2550-DA43-453C-A328-33C740E654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4B7A288-CDAC-4184-9F73-137C95F5E643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84200" y="1435100"/>
            <a:ext cx="5211763" cy="4499356"/>
          </a:xfrm>
        </p:spPr>
        <p:txBody>
          <a:bodyPr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CEC22105-78D6-4753-94FA-3DA949361A9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389688" y="1435100"/>
            <a:ext cx="5219700" cy="4499356"/>
          </a:xfrm>
        </p:spPr>
        <p:txBody>
          <a:bodyPr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F6A123D-3A27-499F-9210-3E0D7CED39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 b="0" i="0">
                <a:solidFill>
                  <a:srgbClr val="A3A3A3"/>
                </a:solidFill>
                <a:latin typeface="Segoe UI" panose="020B0502040204020203" pitchFamily="34" charset="0"/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1630914654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1276">
          <p15:clr>
            <a:srgbClr val="5ACBF0"/>
          </p15:clr>
        </p15:guide>
        <p15:guide id="3" orient="horz" pos="904">
          <p15:clr>
            <a:srgbClr val="5ACBF0"/>
          </p15:clr>
        </p15:guide>
        <p15:guide id="4" pos="3660">
          <p15:clr>
            <a:srgbClr val="5ACBF0"/>
          </p15:clr>
        </p15:guide>
        <p15:guide id="5" pos="4024">
          <p15:clr>
            <a:srgbClr val="5ACBF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 Non-bullet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76633-3E8D-4CF4-A5D4-D4E9D88A6D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/>
          <a:lstStyle>
            <a:lvl1pPr>
              <a:defRPr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584200" y="1435100"/>
            <a:ext cx="5212080" cy="1649682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anose="05000000000000000000" pitchFamily="2" charset="2"/>
              <a:buNone/>
              <a:defRPr sz="2800" b="0">
                <a:latin typeface="+mn-lt"/>
                <a:cs typeface="Segoe UI" panose="020B0502040204020203" pitchFamily="34" charset="0"/>
              </a:defRPr>
            </a:lvl1pPr>
            <a:lvl2pPr marL="255588" indent="0">
              <a:buFont typeface="Wingdings" panose="05000000000000000000" pitchFamily="2" charset="2"/>
              <a:buNone/>
              <a:defRPr sz="2000" b="0">
                <a:latin typeface="+mn-lt"/>
              </a:defRPr>
            </a:lvl2pPr>
            <a:lvl3pPr marL="450850" indent="0">
              <a:buFont typeface="Wingdings" panose="05000000000000000000" pitchFamily="2" charset="2"/>
              <a:buNone/>
              <a:tabLst/>
              <a:defRPr sz="1600" b="0">
                <a:latin typeface="+mn-lt"/>
              </a:defRPr>
            </a:lvl3pPr>
            <a:lvl4pPr marL="652462" indent="0">
              <a:buFont typeface="Wingdings" panose="05000000000000000000" pitchFamily="2" charset="2"/>
              <a:buNone/>
              <a:defRPr sz="1400" b="0">
                <a:latin typeface="+mn-lt"/>
              </a:defRPr>
            </a:lvl4pPr>
            <a:lvl5pPr marL="854075" indent="0">
              <a:buFont typeface="Wingdings" panose="05000000000000000000" pitchFamily="2" charset="2"/>
              <a:buNone/>
              <a:tabLst/>
              <a:defRPr sz="1400" b="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8E9CDCB4-03E1-4763-B83E-A1334BCDB0C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397171" y="1435100"/>
            <a:ext cx="5212080" cy="1649682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anose="05000000000000000000" pitchFamily="2" charset="2"/>
              <a:buNone/>
              <a:defRPr sz="2800" b="0">
                <a:latin typeface="+mn-lt"/>
                <a:cs typeface="Segoe UI" panose="020B0502040204020203" pitchFamily="34" charset="0"/>
              </a:defRPr>
            </a:lvl1pPr>
            <a:lvl2pPr marL="255588" indent="0">
              <a:buFont typeface="Wingdings" panose="05000000000000000000" pitchFamily="2" charset="2"/>
              <a:buNone/>
              <a:defRPr sz="2000" b="0">
                <a:latin typeface="+mn-lt"/>
              </a:defRPr>
            </a:lvl2pPr>
            <a:lvl3pPr marL="450850" indent="0">
              <a:buFont typeface="Wingdings" panose="05000000000000000000" pitchFamily="2" charset="2"/>
              <a:buNone/>
              <a:tabLst/>
              <a:defRPr sz="1600" b="0">
                <a:latin typeface="+mn-lt"/>
              </a:defRPr>
            </a:lvl3pPr>
            <a:lvl4pPr marL="652462" indent="0">
              <a:buFont typeface="Wingdings" panose="05000000000000000000" pitchFamily="2" charset="2"/>
              <a:buNone/>
              <a:defRPr sz="1400" b="0">
                <a:latin typeface="+mn-lt"/>
              </a:defRPr>
            </a:lvl4pPr>
            <a:lvl5pPr marL="854075" indent="0">
              <a:buFont typeface="Wingdings" panose="05000000000000000000" pitchFamily="2" charset="2"/>
              <a:buNone/>
              <a:tabLst/>
              <a:defRPr sz="1400" b="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7624214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1272">
          <p15:clr>
            <a:srgbClr val="5ACBF0"/>
          </p15:clr>
        </p15:guide>
        <p15:guide id="3" orient="horz" pos="904">
          <p15:clr>
            <a:srgbClr val="5ACBF0"/>
          </p15:clr>
        </p15:guide>
        <p15:guide id="4" pos="3656">
          <p15:clr>
            <a:srgbClr val="5ACBF0"/>
          </p15:clr>
        </p15:guide>
        <p15:guide id="5" pos="4024">
          <p15:clr>
            <a:srgbClr val="5ACBF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 Bullet with Subhead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76633-3E8D-4CF4-A5D4-D4E9D88A6D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>
            <a:spAutoFit/>
          </a:bodyPr>
          <a:lstStyle>
            <a:lvl1pPr>
              <a:defRPr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DD525736-DEE8-4391-8135-23DE0640053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200" y="1436688"/>
            <a:ext cx="5219700" cy="430887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800" b="0" i="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8E90344-0294-48E2-AAF0-601BB99500E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4200" y="2084388"/>
            <a:ext cx="5219700" cy="1612749"/>
          </a:xfrm>
        </p:spPr>
        <p:txBody>
          <a:bodyPr>
            <a:spAutoFit/>
          </a:bodyPr>
          <a:lstStyle>
            <a:lvl1pPr marL="171450" indent="-171450">
              <a:defRPr lang="en-US" sz="2400" dirty="0">
                <a:latin typeface="+mn-lt"/>
              </a:defRPr>
            </a:lvl1pPr>
            <a:lvl2pPr marL="342900" indent="-171450">
              <a:defRPr lang="en-US" dirty="0">
                <a:latin typeface="+mn-lt"/>
              </a:defRPr>
            </a:lvl2pPr>
            <a:lvl3pPr marL="514350" indent="-171450">
              <a:defRPr lang="en-US" dirty="0">
                <a:latin typeface="+mn-lt"/>
              </a:defRPr>
            </a:lvl3pPr>
            <a:lvl4pPr marL="666750" indent="-152400">
              <a:defRPr lang="en-US" dirty="0">
                <a:latin typeface="+mn-lt"/>
              </a:defRPr>
            </a:lvl4pPr>
            <a:lvl5pPr marL="793750" indent="-120650">
              <a:defRPr lang="en-US" dirty="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B4F729D4-B1F1-45F2-A06A-40234B19C88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97625" y="1436688"/>
            <a:ext cx="5219700" cy="430887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lang="en-US" sz="2800" b="0" i="0" kern="1200" spc="0" baseline="0" dirty="0">
                <a:solidFill>
                  <a:schemeClr val="tx2"/>
                </a:solidFill>
                <a:latin typeface="+mj-lt"/>
                <a:ea typeface="+mn-ea"/>
                <a:cs typeface="Segoe UI" panose="020B0502040204020203" pitchFamily="34" charset="0"/>
              </a:defRPr>
            </a:lvl1pPr>
          </a:lstStyle>
          <a:p>
            <a:pPr marL="0" marR="0" lvl="0" indent="0" algn="l" defTabSz="932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1F896FB-325C-4849-B372-8DF0D6C0562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397625" y="2084388"/>
            <a:ext cx="5219700" cy="1612749"/>
          </a:xfrm>
        </p:spPr>
        <p:txBody>
          <a:bodyPr>
            <a:spAutoFit/>
          </a:bodyPr>
          <a:lstStyle>
            <a:lvl1pPr marL="171450" indent="-171450">
              <a:defRPr lang="en-US" sz="2400" dirty="0">
                <a:latin typeface="+mn-lt"/>
              </a:defRPr>
            </a:lvl1pPr>
            <a:lvl2pPr marL="342900" indent="-171450">
              <a:defRPr lang="en-US" dirty="0">
                <a:latin typeface="+mn-lt"/>
              </a:defRPr>
            </a:lvl2pPr>
            <a:lvl3pPr marL="514350" indent="-171450">
              <a:defRPr lang="en-US" dirty="0">
                <a:latin typeface="+mn-lt"/>
              </a:defRPr>
            </a:lvl3pPr>
            <a:lvl4pPr marL="685800" indent="-136525">
              <a:defRPr lang="en-US" dirty="0">
                <a:latin typeface="+mn-lt"/>
              </a:defRPr>
            </a:lvl4pPr>
            <a:lvl5pPr marL="793750" indent="-120650">
              <a:defRPr lang="en-US" dirty="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886131084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1311">
          <p15:clr>
            <a:srgbClr val="5ACBF0"/>
          </p15:clr>
        </p15:guide>
        <p15:guide id="4" pos="3656">
          <p15:clr>
            <a:srgbClr val="5ACBF0"/>
          </p15:clr>
        </p15:guide>
        <p15:guide id="5" pos="4024">
          <p15:clr>
            <a:srgbClr val="5ACBF0"/>
          </p15:clr>
        </p15:guide>
        <p15:guide id="7" orient="horz" pos="905">
          <p15:clr>
            <a:srgbClr val="5ACBF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 Content with Subhead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76633-3E8D-4CF4-A5D4-D4E9D88A6D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>
            <a:spAutoFit/>
          </a:bodyPr>
          <a:lstStyle>
            <a:lvl1pPr>
              <a:defRPr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8" name="Text Placeholder 11">
            <a:extLst>
              <a:ext uri="{FF2B5EF4-FFF2-40B4-BE49-F238E27FC236}">
                <a16:creationId xmlns:a16="http://schemas.microsoft.com/office/drawing/2014/main" id="{C2759870-0BEA-44DC-A414-1C70D04E35C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200" y="1436688"/>
            <a:ext cx="5219700" cy="430887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800" b="0" i="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BFEF95FA-F121-4653-B60A-0D068C345462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88963" y="2081212"/>
            <a:ext cx="5214937" cy="3972116"/>
          </a:xfrm>
        </p:spPr>
        <p:txBody>
          <a:bodyPr/>
          <a:lstStyle>
            <a:lvl1pPr>
              <a:defRPr sz="2400"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Text Placeholder 11">
            <a:extLst>
              <a:ext uri="{FF2B5EF4-FFF2-40B4-BE49-F238E27FC236}">
                <a16:creationId xmlns:a16="http://schemas.microsoft.com/office/drawing/2014/main" id="{C327262A-D327-4189-AD22-BAD67CF4AB7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97625" y="1436688"/>
            <a:ext cx="5219700" cy="430887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lang="en-US" sz="2800" b="0" i="0" kern="1200" spc="0" baseline="0" dirty="0">
                <a:solidFill>
                  <a:schemeClr val="tx2"/>
                </a:solidFill>
                <a:latin typeface="+mj-lt"/>
                <a:ea typeface="+mn-ea"/>
                <a:cs typeface="Segoe UI" panose="020B0502040204020203" pitchFamily="34" charset="0"/>
              </a:defRPr>
            </a:lvl1pPr>
          </a:lstStyle>
          <a:p>
            <a:pPr marL="0" marR="0" lvl="0" indent="0" algn="l" defTabSz="932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</a:pPr>
            <a:r>
              <a:rPr lang="en-US"/>
              <a:t>Click to edit Master text styles</a:t>
            </a:r>
          </a:p>
        </p:txBody>
      </p:sp>
      <p:sp>
        <p:nvSpPr>
          <p:cNvPr id="17" name="Content Placeholder 14">
            <a:extLst>
              <a:ext uri="{FF2B5EF4-FFF2-40B4-BE49-F238E27FC236}">
                <a16:creationId xmlns:a16="http://schemas.microsoft.com/office/drawing/2014/main" id="{47F8EAA9-0E64-4589-A234-BC31685BE7D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394451" y="2081212"/>
            <a:ext cx="5214937" cy="3972116"/>
          </a:xfrm>
        </p:spPr>
        <p:txBody>
          <a:bodyPr/>
          <a:lstStyle>
            <a:lvl1pPr>
              <a:defRPr sz="2400"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FADFBB8-E1C1-D5AB-8154-CBA2D9EFB6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 b="0" i="0">
                <a:solidFill>
                  <a:srgbClr val="A3A3A3"/>
                </a:solidFill>
                <a:latin typeface="Segoe UI" panose="020B0502040204020203" pitchFamily="34" charset="0"/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165689722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1311">
          <p15:clr>
            <a:srgbClr val="5ACBF0"/>
          </p15:clr>
        </p15:guide>
        <p15:guide id="4" pos="3656">
          <p15:clr>
            <a:srgbClr val="5ACBF0"/>
          </p15:clr>
        </p15:guide>
        <p15:guide id="5" pos="4024">
          <p15:clr>
            <a:srgbClr val="5ACBF0"/>
          </p15:clr>
        </p15:guide>
        <p15:guide id="7" orient="horz" pos="905">
          <p15:clr>
            <a:srgbClr val="5ACBF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Column Bullet with Subtit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260F77E-464D-46F7-A8F8-6F281DAB0C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>
            <a:spAutoFit/>
          </a:bodyPr>
          <a:lstStyle>
            <a:lvl1pPr>
              <a:defRPr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9" name="Text Placeholder 11">
            <a:extLst>
              <a:ext uri="{FF2B5EF4-FFF2-40B4-BE49-F238E27FC236}">
                <a16:creationId xmlns:a16="http://schemas.microsoft.com/office/drawing/2014/main" id="{CB20F198-3776-433D-85A8-C2B6AC6235F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5217" y="1438275"/>
            <a:ext cx="3264408" cy="677108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200" b="0" i="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7">
            <a:extLst>
              <a:ext uri="{FF2B5EF4-FFF2-40B4-BE49-F238E27FC236}">
                <a16:creationId xmlns:a16="http://schemas.microsoft.com/office/drawing/2014/main" id="{97BC59AA-6CF8-4091-8008-21AA9AD8E8B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5217" y="2390775"/>
            <a:ext cx="3264408" cy="1760482"/>
          </a:xfrm>
        </p:spPr>
        <p:txBody>
          <a:bodyPr wrap="square">
            <a:spAutoFit/>
          </a:bodyPr>
          <a:lstStyle>
            <a:lvl1pPr marL="176213" indent="-176213">
              <a:defRPr lang="en-US" sz="2000" dirty="0">
                <a:latin typeface="+mn-lt"/>
              </a:defRPr>
            </a:lvl1pPr>
            <a:lvl2pPr marL="322263" indent="-150813">
              <a:defRPr lang="en-US" sz="1800" dirty="0">
                <a:latin typeface="+mn-lt"/>
              </a:defRPr>
            </a:lvl2pPr>
            <a:lvl3pPr marL="466725" indent="-138113">
              <a:defRPr lang="en-US" dirty="0">
                <a:latin typeface="+mn-lt"/>
              </a:defRPr>
            </a:lvl3pPr>
            <a:lvl4pPr marL="595313" indent="-128588">
              <a:defRPr lang="en-US" dirty="0">
                <a:latin typeface="+mn-lt"/>
              </a:defRPr>
            </a:lvl4pPr>
            <a:lvl5pPr marL="731838" indent="-122238">
              <a:defRPr lang="en-US" dirty="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1">
            <a:extLst>
              <a:ext uri="{FF2B5EF4-FFF2-40B4-BE49-F238E27FC236}">
                <a16:creationId xmlns:a16="http://schemas.microsoft.com/office/drawing/2014/main" id="{BECED387-BA3E-49B2-8F1E-0E371E09E0A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463796" y="1438275"/>
            <a:ext cx="3264408" cy="677108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lang="en-US" sz="2200" b="0" i="0" kern="1200" spc="0" baseline="0" dirty="0">
                <a:solidFill>
                  <a:schemeClr val="tx2"/>
                </a:solidFill>
                <a:latin typeface="+mj-lt"/>
                <a:ea typeface="+mn-ea"/>
                <a:cs typeface="Segoe UI" panose="020B0502040204020203" pitchFamily="34" charset="0"/>
              </a:defRPr>
            </a:lvl1pPr>
          </a:lstStyle>
          <a:p>
            <a:pPr marL="0" marR="0" lvl="0" indent="0" algn="l" defTabSz="932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</a:pPr>
            <a:r>
              <a:rPr lang="en-US"/>
              <a:t>Click to edit Master text styles</a:t>
            </a:r>
          </a:p>
        </p:txBody>
      </p:sp>
      <p:sp>
        <p:nvSpPr>
          <p:cNvPr id="22" name="Text Placeholder 9">
            <a:extLst>
              <a:ext uri="{FF2B5EF4-FFF2-40B4-BE49-F238E27FC236}">
                <a16:creationId xmlns:a16="http://schemas.microsoft.com/office/drawing/2014/main" id="{6B26A1CD-81F9-4C2F-896F-E69757C6658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463796" y="2384135"/>
            <a:ext cx="3264408" cy="1760482"/>
          </a:xfrm>
        </p:spPr>
        <p:txBody>
          <a:bodyPr wrap="square">
            <a:spAutoFit/>
          </a:bodyPr>
          <a:lstStyle>
            <a:lvl1pPr marL="176213" indent="-176213">
              <a:defRPr lang="en-US" sz="2000" dirty="0">
                <a:latin typeface="+mn-lt"/>
              </a:defRPr>
            </a:lvl1pPr>
            <a:lvl2pPr marL="398463" indent="-169863">
              <a:defRPr lang="en-US" sz="1800" dirty="0">
                <a:latin typeface="+mn-lt"/>
              </a:defRPr>
            </a:lvl2pPr>
            <a:lvl3pPr marL="555625" indent="-157163">
              <a:defRPr lang="en-US" dirty="0">
                <a:latin typeface="+mn-lt"/>
              </a:defRPr>
            </a:lvl3pPr>
            <a:lvl4pPr marL="685800" indent="-136525">
              <a:defRPr lang="en-US" dirty="0">
                <a:latin typeface="+mn-lt"/>
              </a:defRPr>
            </a:lvl4pPr>
            <a:lvl5pPr marL="800100" indent="-111125">
              <a:defRPr lang="en-US" dirty="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3" name="Text Placeholder 11">
            <a:extLst>
              <a:ext uri="{FF2B5EF4-FFF2-40B4-BE49-F238E27FC236}">
                <a16:creationId xmlns:a16="http://schemas.microsoft.com/office/drawing/2014/main" id="{79263A4B-A9A8-4CE5-96A8-6F6EC365E51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342375" y="1438275"/>
            <a:ext cx="3264408" cy="677108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lang="en-US" sz="2200" b="0" i="0" kern="1200" spc="0" baseline="0" dirty="0">
                <a:solidFill>
                  <a:schemeClr val="tx2"/>
                </a:solidFill>
                <a:latin typeface="+mj-lt"/>
                <a:ea typeface="+mn-ea"/>
                <a:cs typeface="Segoe UI" panose="020B0502040204020203" pitchFamily="34" charset="0"/>
              </a:defRPr>
            </a:lvl1pPr>
          </a:lstStyle>
          <a:p>
            <a:pPr marL="0" marR="0" lvl="0" indent="0" algn="l" defTabSz="932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</a:pPr>
            <a:r>
              <a:rPr lang="en-US"/>
              <a:t>Click to edit Master text styles</a:t>
            </a:r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2205743D-F71A-4647-9BE4-2900BDA2582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342375" y="2390775"/>
            <a:ext cx="3264408" cy="1760482"/>
          </a:xfrm>
        </p:spPr>
        <p:txBody>
          <a:bodyPr wrap="square">
            <a:spAutoFit/>
          </a:bodyPr>
          <a:lstStyle>
            <a:lvl1pPr marL="176213" indent="-176213">
              <a:defRPr lang="en-US" sz="2000" dirty="0">
                <a:latin typeface="+mn-lt"/>
              </a:defRPr>
            </a:lvl1pPr>
            <a:lvl2pPr marL="398463" indent="-169863">
              <a:defRPr lang="en-US" sz="1800" dirty="0">
                <a:latin typeface="+mn-lt"/>
              </a:defRPr>
            </a:lvl2pPr>
            <a:lvl3pPr marL="555625" indent="-157163">
              <a:defRPr lang="en-US" dirty="0">
                <a:latin typeface="+mn-lt"/>
              </a:defRPr>
            </a:lvl3pPr>
            <a:lvl4pPr marL="685800" indent="-136525">
              <a:defRPr lang="en-US" dirty="0">
                <a:latin typeface="+mn-lt"/>
              </a:defRPr>
            </a:lvl4pPr>
            <a:lvl5pPr marL="800100" indent="-111125">
              <a:defRPr lang="en-US" dirty="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7711343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1506">
          <p15:clr>
            <a:srgbClr val="5ACBF0"/>
          </p15:clr>
        </p15:guide>
        <p15:guide id="4" orient="horz" pos="906">
          <p15:clr>
            <a:srgbClr val="5ACBF0"/>
          </p15:clr>
        </p15:guide>
        <p15:guide id="5" orient="horz" pos="288">
          <p15:clr>
            <a:srgbClr val="5ACBF0"/>
          </p15:clr>
        </p15:guide>
        <p15:guide id="6" pos="2430">
          <p15:clr>
            <a:srgbClr val="5ACBF0"/>
          </p15:clr>
        </p15:guide>
        <p15:guide id="7" pos="2832" userDrawn="1">
          <p15:clr>
            <a:srgbClr val="5ACBF0"/>
          </p15:clr>
        </p15:guide>
        <p15:guide id="8" pos="4871">
          <p15:clr>
            <a:srgbClr val="5ACBF0"/>
          </p15:clr>
        </p15:guide>
        <p15:guide id="9" pos="5251">
          <p15:clr>
            <a:srgbClr val="5ACBF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ur Column Bullet with Subtit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7A434B7-D4B9-4D45-A31C-F0CC4D2279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>
            <a:spAutoFit/>
          </a:bodyPr>
          <a:lstStyle>
            <a:lvl1pPr>
              <a:defRPr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2" name="Text Placeholder 11">
            <a:extLst>
              <a:ext uri="{FF2B5EF4-FFF2-40B4-BE49-F238E27FC236}">
                <a16:creationId xmlns:a16="http://schemas.microsoft.com/office/drawing/2014/main" id="{92783506-927E-48F7-8EFC-36257F3E281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200" y="1438275"/>
            <a:ext cx="2532063" cy="553998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800" b="0" i="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FB6093D3-3EDF-4A80-8450-C5EBB199077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4200" y="2283115"/>
            <a:ext cx="2532063" cy="1698927"/>
          </a:xfrm>
        </p:spPr>
        <p:txBody>
          <a:bodyPr wrap="square">
            <a:spAutoFit/>
          </a:bodyPr>
          <a:lstStyle>
            <a:lvl1pPr marL="141288" indent="-141288">
              <a:defRPr lang="en-US" sz="1800" dirty="0">
                <a:latin typeface="+mn-lt"/>
              </a:defRPr>
            </a:lvl1pPr>
            <a:lvl2pPr marL="285750" indent="-125413">
              <a:defRPr lang="en-US" sz="1600" dirty="0">
                <a:latin typeface="+mn-lt"/>
              </a:defRPr>
            </a:lvl2pPr>
            <a:lvl3pPr marL="438150" indent="-133350">
              <a:defRPr lang="en-US" dirty="0">
                <a:latin typeface="+mn-lt"/>
              </a:defRPr>
            </a:lvl3pPr>
            <a:lvl4pPr marL="566738" indent="-114300">
              <a:defRPr lang="en-US" dirty="0">
                <a:latin typeface="+mn-lt"/>
              </a:defRPr>
            </a:lvl4pPr>
            <a:lvl5pPr marL="685800" indent="-109538">
              <a:defRPr lang="en-US" dirty="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438D2C80-6884-451D-8D7D-B69022CCC5C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413125" y="1438275"/>
            <a:ext cx="2533650" cy="553998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US" sz="1800" b="0" i="0" kern="1200" spc="0" baseline="0" dirty="0">
                <a:solidFill>
                  <a:schemeClr val="tx2"/>
                </a:solidFill>
                <a:latin typeface="+mj-lt"/>
                <a:ea typeface="+mn-ea"/>
                <a:cs typeface="Segoe UI" panose="020B0502040204020203" pitchFamily="34" charset="0"/>
              </a:defRPr>
            </a:lvl1pPr>
          </a:lstStyle>
          <a:p>
            <a:pPr marL="0" marR="0" lvl="0" indent="0" algn="l" defTabSz="932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</a:pPr>
            <a:r>
              <a:rPr lang="en-US"/>
              <a:t>Click to edit Master text styles</a:t>
            </a:r>
          </a:p>
        </p:txBody>
      </p:sp>
      <p:sp>
        <p:nvSpPr>
          <p:cNvPr id="25" name="Text Placeholder 9">
            <a:extLst>
              <a:ext uri="{FF2B5EF4-FFF2-40B4-BE49-F238E27FC236}">
                <a16:creationId xmlns:a16="http://schemas.microsoft.com/office/drawing/2014/main" id="{7614A884-0AD6-4A85-A432-2B13E7464DA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413125" y="2276475"/>
            <a:ext cx="2532063" cy="1698927"/>
          </a:xfrm>
        </p:spPr>
        <p:txBody>
          <a:bodyPr wrap="square">
            <a:spAutoFit/>
          </a:bodyPr>
          <a:lstStyle>
            <a:lvl1pPr marL="141288" indent="-141288">
              <a:defRPr lang="en-US" sz="1800" dirty="0">
                <a:latin typeface="+mn-lt"/>
              </a:defRPr>
            </a:lvl1pPr>
            <a:lvl2pPr marL="285750" indent="-125413">
              <a:defRPr lang="en-US" sz="1600" dirty="0">
                <a:latin typeface="+mn-lt"/>
              </a:defRPr>
            </a:lvl2pPr>
            <a:lvl3pPr marL="438150" indent="-133350">
              <a:defRPr lang="en-US" dirty="0">
                <a:latin typeface="+mn-lt"/>
              </a:defRPr>
            </a:lvl3pPr>
            <a:lvl4pPr marL="566738" indent="-114300">
              <a:defRPr lang="en-US" dirty="0">
                <a:latin typeface="+mn-lt"/>
              </a:defRPr>
            </a:lvl4pPr>
            <a:lvl5pPr marL="685800" indent="-109538">
              <a:defRPr lang="en-US" dirty="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6" name="Text Placeholder 11">
            <a:extLst>
              <a:ext uri="{FF2B5EF4-FFF2-40B4-BE49-F238E27FC236}">
                <a16:creationId xmlns:a16="http://schemas.microsoft.com/office/drawing/2014/main" id="{7D8FFDED-9FE5-4D94-8EB0-7D645C10FBF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244208" y="1438275"/>
            <a:ext cx="2532063" cy="553998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US" sz="1800" b="0" i="0" kern="1200" spc="0" baseline="0" dirty="0">
                <a:solidFill>
                  <a:schemeClr val="tx2"/>
                </a:solidFill>
                <a:latin typeface="+mj-lt"/>
                <a:ea typeface="+mn-ea"/>
                <a:cs typeface="Segoe UI" panose="020B0502040204020203" pitchFamily="34" charset="0"/>
              </a:defRPr>
            </a:lvl1pPr>
          </a:lstStyle>
          <a:p>
            <a:pPr marL="0" marR="0" lvl="0" indent="0" algn="l" defTabSz="932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</a:pPr>
            <a:r>
              <a:rPr lang="en-US"/>
              <a:t>Click to edit Master text styles</a:t>
            </a:r>
          </a:p>
        </p:txBody>
      </p:sp>
      <p:sp>
        <p:nvSpPr>
          <p:cNvPr id="27" name="Text Placeholder 7">
            <a:extLst>
              <a:ext uri="{FF2B5EF4-FFF2-40B4-BE49-F238E27FC236}">
                <a16:creationId xmlns:a16="http://schemas.microsoft.com/office/drawing/2014/main" id="{D429D954-9297-44FA-B7BD-56586012419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244208" y="2283115"/>
            <a:ext cx="2532063" cy="1698927"/>
          </a:xfrm>
        </p:spPr>
        <p:txBody>
          <a:bodyPr wrap="square">
            <a:spAutoFit/>
          </a:bodyPr>
          <a:lstStyle>
            <a:lvl1pPr marL="141288" indent="-141288">
              <a:defRPr lang="en-US" sz="1800" dirty="0">
                <a:latin typeface="+mn-lt"/>
              </a:defRPr>
            </a:lvl1pPr>
            <a:lvl2pPr marL="285750" indent="-125413">
              <a:defRPr lang="en-US" sz="1600" dirty="0">
                <a:latin typeface="+mn-lt"/>
              </a:defRPr>
            </a:lvl2pPr>
            <a:lvl3pPr marL="438150" indent="-133350">
              <a:defRPr lang="en-US" dirty="0">
                <a:latin typeface="+mn-lt"/>
              </a:defRPr>
            </a:lvl3pPr>
            <a:lvl4pPr marL="566738" indent="-114300">
              <a:defRPr lang="en-US" dirty="0">
                <a:latin typeface="+mn-lt"/>
              </a:defRPr>
            </a:lvl4pPr>
            <a:lvl5pPr marL="685800" indent="-109538">
              <a:defRPr lang="en-US" dirty="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11">
            <a:extLst>
              <a:ext uri="{FF2B5EF4-FFF2-40B4-BE49-F238E27FC236}">
                <a16:creationId xmlns:a16="http://schemas.microsoft.com/office/drawing/2014/main" id="{04D43B0D-50F8-4F63-AFA3-34A46F42E81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073133" y="1438275"/>
            <a:ext cx="2533650" cy="553998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US" sz="1800" b="0" i="0" kern="1200" spc="0" baseline="0" dirty="0">
                <a:solidFill>
                  <a:schemeClr val="tx2"/>
                </a:solidFill>
                <a:latin typeface="+mj-lt"/>
                <a:ea typeface="+mn-ea"/>
                <a:cs typeface="Segoe UI" panose="020B0502040204020203" pitchFamily="34" charset="0"/>
              </a:defRPr>
            </a:lvl1pPr>
          </a:lstStyle>
          <a:p>
            <a:pPr marL="0" marR="0" lvl="0" indent="0" algn="l" defTabSz="932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</a:pPr>
            <a:r>
              <a:rPr lang="en-US"/>
              <a:t>Click to edit Master text styles</a:t>
            </a:r>
          </a:p>
        </p:txBody>
      </p:sp>
      <p:sp>
        <p:nvSpPr>
          <p:cNvPr id="29" name="Text Placeholder 9">
            <a:extLst>
              <a:ext uri="{FF2B5EF4-FFF2-40B4-BE49-F238E27FC236}">
                <a16:creationId xmlns:a16="http://schemas.microsoft.com/office/drawing/2014/main" id="{804CEFDA-6A6F-42D3-B65C-4BE1054C905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073133" y="2276475"/>
            <a:ext cx="2532063" cy="1698927"/>
          </a:xfrm>
        </p:spPr>
        <p:txBody>
          <a:bodyPr wrap="square">
            <a:spAutoFit/>
          </a:bodyPr>
          <a:lstStyle>
            <a:lvl1pPr marL="141288" indent="-141288">
              <a:defRPr lang="en-US" sz="1800" dirty="0">
                <a:latin typeface="+mn-lt"/>
              </a:defRPr>
            </a:lvl1pPr>
            <a:lvl2pPr marL="285750" indent="-125413">
              <a:defRPr lang="en-US" sz="1600" dirty="0">
                <a:latin typeface="+mn-lt"/>
              </a:defRPr>
            </a:lvl2pPr>
            <a:lvl3pPr marL="438150" indent="-133350">
              <a:defRPr lang="en-US" dirty="0">
                <a:latin typeface="+mn-lt"/>
              </a:defRPr>
            </a:lvl3pPr>
            <a:lvl4pPr marL="566738" indent="-114300">
              <a:defRPr lang="en-US" dirty="0">
                <a:latin typeface="+mn-lt"/>
              </a:defRPr>
            </a:lvl4pPr>
            <a:lvl5pPr marL="685800" indent="-109538">
              <a:defRPr lang="en-US" dirty="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4526567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4" orient="horz" pos="906">
          <p15:clr>
            <a:srgbClr val="5ACBF0"/>
          </p15:clr>
        </p15:guide>
        <p15:guide id="5" orient="horz" pos="288">
          <p15:clr>
            <a:srgbClr val="5ACBF0"/>
          </p15:clr>
        </p15:guide>
        <p15:guide id="6" pos="1963">
          <p15:clr>
            <a:srgbClr val="5ACBF0"/>
          </p15:clr>
        </p15:guide>
        <p15:guide id="7" pos="2150">
          <p15:clr>
            <a:srgbClr val="5ACBF0"/>
          </p15:clr>
        </p15:guide>
        <p15:guide id="8" pos="3746">
          <p15:clr>
            <a:srgbClr val="5ACBF0"/>
          </p15:clr>
        </p15:guide>
        <p15:guide id="9" pos="3934">
          <p15:clr>
            <a:srgbClr val="5ACBF0"/>
          </p15:clr>
        </p15:guide>
        <p15:guide id="10" pos="5530">
          <p15:clr>
            <a:srgbClr val="5ACBF0"/>
          </p15:clr>
        </p15:guide>
        <p15:guide id="11" pos="5716">
          <p15:clr>
            <a:srgbClr val="5ACBF0"/>
          </p15:clr>
        </p15:guide>
        <p15:guide id="12" orient="horz" pos="1436">
          <p15:clr>
            <a:srgbClr val="5ACBF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ive Column Bullet with Subtit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7A434B7-D4B9-4D45-A31C-F0CC4D2279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>
            <a:spAutoFit/>
          </a:bodyPr>
          <a:lstStyle>
            <a:lvl1pPr>
              <a:defRPr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2" name="Text Placeholder 11">
            <a:extLst>
              <a:ext uri="{FF2B5EF4-FFF2-40B4-BE49-F238E27FC236}">
                <a16:creationId xmlns:a16="http://schemas.microsoft.com/office/drawing/2014/main" id="{92783506-927E-48F7-8EFC-36257F3E281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84200" y="1438275"/>
            <a:ext cx="1965960" cy="49244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 b="0" i="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FB6093D3-3EDF-4A80-8450-C5EBB199077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4200" y="2283115"/>
            <a:ext cx="1965960" cy="1452705"/>
          </a:xfrm>
        </p:spPr>
        <p:txBody>
          <a:bodyPr wrap="square">
            <a:spAutoFit/>
          </a:bodyPr>
          <a:lstStyle>
            <a:lvl1pPr marL="141288" indent="-141288">
              <a:defRPr lang="en-US" sz="1500" dirty="0">
                <a:latin typeface="+mn-lt"/>
              </a:defRPr>
            </a:lvl1pPr>
            <a:lvl2pPr marL="285750" indent="-125413">
              <a:defRPr lang="en-US" sz="1400" dirty="0">
                <a:latin typeface="+mn-lt"/>
              </a:defRPr>
            </a:lvl2pPr>
            <a:lvl3pPr marL="438150" indent="-133350">
              <a:defRPr lang="en-US" sz="1400" dirty="0">
                <a:latin typeface="+mn-lt"/>
              </a:defRPr>
            </a:lvl3pPr>
            <a:lvl4pPr marL="566738" indent="-114300">
              <a:defRPr lang="en-US" sz="1200" dirty="0">
                <a:latin typeface="+mn-lt"/>
              </a:defRPr>
            </a:lvl4pPr>
            <a:lvl5pPr marL="685800" indent="-109538">
              <a:defRPr lang="en-US" sz="1200" dirty="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438D2C80-6884-451D-8D7D-B69022CCC5C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849007" y="1438275"/>
            <a:ext cx="1965960" cy="49244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lang="en-US" sz="1600" b="0" i="0" kern="1200" spc="0" baseline="0" dirty="0">
                <a:solidFill>
                  <a:schemeClr val="tx2"/>
                </a:solidFill>
                <a:latin typeface="+mj-lt"/>
                <a:ea typeface="+mn-ea"/>
                <a:cs typeface="Segoe UI" panose="020B0502040204020203" pitchFamily="34" charset="0"/>
              </a:defRPr>
            </a:lvl1pPr>
          </a:lstStyle>
          <a:p>
            <a:pPr marL="0" marR="0" lvl="0" indent="0" algn="l" defTabSz="932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</a:pPr>
            <a:r>
              <a:rPr lang="en-US"/>
              <a:t>Click to edit text styles</a:t>
            </a:r>
          </a:p>
        </p:txBody>
      </p:sp>
      <p:sp>
        <p:nvSpPr>
          <p:cNvPr id="25" name="Text Placeholder 9">
            <a:extLst>
              <a:ext uri="{FF2B5EF4-FFF2-40B4-BE49-F238E27FC236}">
                <a16:creationId xmlns:a16="http://schemas.microsoft.com/office/drawing/2014/main" id="{7614A884-0AD6-4A85-A432-2B13E7464DA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849007" y="2276475"/>
            <a:ext cx="1965960" cy="1452705"/>
          </a:xfrm>
        </p:spPr>
        <p:txBody>
          <a:bodyPr wrap="square">
            <a:spAutoFit/>
          </a:bodyPr>
          <a:lstStyle>
            <a:lvl1pPr marL="141288" indent="-141288">
              <a:defRPr lang="en-US" sz="1500" dirty="0">
                <a:latin typeface="+mn-lt"/>
              </a:defRPr>
            </a:lvl1pPr>
            <a:lvl2pPr marL="285750" indent="-125413">
              <a:defRPr lang="en-US" sz="1400" dirty="0">
                <a:latin typeface="+mn-lt"/>
              </a:defRPr>
            </a:lvl2pPr>
            <a:lvl3pPr marL="438150" indent="-133350">
              <a:defRPr lang="en-US" sz="1400" dirty="0">
                <a:latin typeface="+mn-lt"/>
              </a:defRPr>
            </a:lvl3pPr>
            <a:lvl4pPr marL="566738" indent="-114300">
              <a:defRPr lang="en-US" sz="1200" dirty="0">
                <a:latin typeface="+mn-lt"/>
              </a:defRPr>
            </a:lvl4pPr>
            <a:lvl5pPr marL="685800" indent="-109538">
              <a:defRPr lang="en-US" sz="1200" dirty="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6" name="Text Placeholder 11">
            <a:extLst>
              <a:ext uri="{FF2B5EF4-FFF2-40B4-BE49-F238E27FC236}">
                <a16:creationId xmlns:a16="http://schemas.microsoft.com/office/drawing/2014/main" id="{7D8FFDED-9FE5-4D94-8EB0-7D645C10FBF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113814" y="1438275"/>
            <a:ext cx="1965960" cy="49244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lang="en-US" sz="1600" b="0" i="0" kern="1200" spc="0" baseline="0" dirty="0">
                <a:solidFill>
                  <a:schemeClr val="tx2"/>
                </a:solidFill>
                <a:latin typeface="+mj-lt"/>
                <a:ea typeface="+mn-ea"/>
                <a:cs typeface="Segoe UI" panose="020B0502040204020203" pitchFamily="34" charset="0"/>
              </a:defRPr>
            </a:lvl1pPr>
          </a:lstStyle>
          <a:p>
            <a:pPr marL="0" marR="0" lvl="0" indent="0" algn="l" defTabSz="932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</a:pPr>
            <a:r>
              <a:rPr lang="en-US"/>
              <a:t>Click to edit text styles</a:t>
            </a:r>
          </a:p>
        </p:txBody>
      </p:sp>
      <p:sp>
        <p:nvSpPr>
          <p:cNvPr id="27" name="Text Placeholder 7">
            <a:extLst>
              <a:ext uri="{FF2B5EF4-FFF2-40B4-BE49-F238E27FC236}">
                <a16:creationId xmlns:a16="http://schemas.microsoft.com/office/drawing/2014/main" id="{D429D954-9297-44FA-B7BD-56586012419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113814" y="2283115"/>
            <a:ext cx="1965960" cy="1452705"/>
          </a:xfrm>
        </p:spPr>
        <p:txBody>
          <a:bodyPr wrap="square">
            <a:spAutoFit/>
          </a:bodyPr>
          <a:lstStyle>
            <a:lvl1pPr marL="141288" indent="-141288">
              <a:defRPr lang="en-US" sz="1500" dirty="0">
                <a:latin typeface="+mn-lt"/>
              </a:defRPr>
            </a:lvl1pPr>
            <a:lvl2pPr marL="285750" indent="-125413">
              <a:defRPr lang="en-US" sz="1400" dirty="0">
                <a:latin typeface="+mn-lt"/>
              </a:defRPr>
            </a:lvl2pPr>
            <a:lvl3pPr marL="438150" indent="-133350">
              <a:defRPr lang="en-US" sz="1400" dirty="0">
                <a:latin typeface="+mn-lt"/>
              </a:defRPr>
            </a:lvl3pPr>
            <a:lvl4pPr marL="566738" indent="-114300">
              <a:defRPr lang="en-US" sz="1200" dirty="0">
                <a:latin typeface="+mn-lt"/>
              </a:defRPr>
            </a:lvl4pPr>
            <a:lvl5pPr marL="685800" indent="-109538">
              <a:defRPr lang="en-US" sz="1200" dirty="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11">
            <a:extLst>
              <a:ext uri="{FF2B5EF4-FFF2-40B4-BE49-F238E27FC236}">
                <a16:creationId xmlns:a16="http://schemas.microsoft.com/office/drawing/2014/main" id="{04D43B0D-50F8-4F63-AFA3-34A46F42E81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378621" y="1438275"/>
            <a:ext cx="1965960" cy="49244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lang="en-US" sz="1600" b="0" i="0" kern="1200" spc="0" baseline="0" dirty="0">
                <a:solidFill>
                  <a:schemeClr val="tx2"/>
                </a:solidFill>
                <a:latin typeface="+mj-lt"/>
                <a:ea typeface="+mn-ea"/>
                <a:cs typeface="Segoe UI" panose="020B0502040204020203" pitchFamily="34" charset="0"/>
              </a:defRPr>
            </a:lvl1pPr>
          </a:lstStyle>
          <a:p>
            <a:pPr marL="0" marR="0" lvl="0" indent="0" algn="l" defTabSz="932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</a:pPr>
            <a:r>
              <a:rPr lang="en-US"/>
              <a:t>Click to edit text styles</a:t>
            </a:r>
          </a:p>
        </p:txBody>
      </p:sp>
      <p:sp>
        <p:nvSpPr>
          <p:cNvPr id="29" name="Text Placeholder 9">
            <a:extLst>
              <a:ext uri="{FF2B5EF4-FFF2-40B4-BE49-F238E27FC236}">
                <a16:creationId xmlns:a16="http://schemas.microsoft.com/office/drawing/2014/main" id="{804CEFDA-6A6F-42D3-B65C-4BE1054C905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378621" y="2276475"/>
            <a:ext cx="1965960" cy="1452705"/>
          </a:xfrm>
        </p:spPr>
        <p:txBody>
          <a:bodyPr wrap="square">
            <a:spAutoFit/>
          </a:bodyPr>
          <a:lstStyle>
            <a:lvl1pPr marL="141288" indent="-141288">
              <a:defRPr lang="en-US" sz="1500" dirty="0">
                <a:latin typeface="+mn-lt"/>
              </a:defRPr>
            </a:lvl1pPr>
            <a:lvl2pPr marL="285750" indent="-125413">
              <a:defRPr lang="en-US" sz="1400" dirty="0">
                <a:latin typeface="+mn-lt"/>
              </a:defRPr>
            </a:lvl2pPr>
            <a:lvl3pPr marL="438150" indent="-133350">
              <a:defRPr lang="en-US" sz="1400" dirty="0">
                <a:latin typeface="+mn-lt"/>
              </a:defRPr>
            </a:lvl3pPr>
            <a:lvl4pPr marL="566738" indent="-114300">
              <a:defRPr lang="en-US" sz="1200" dirty="0">
                <a:latin typeface="+mn-lt"/>
              </a:defRPr>
            </a:lvl4pPr>
            <a:lvl5pPr marL="685800" indent="-109538">
              <a:defRPr lang="en-US" sz="1200" dirty="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1">
            <a:extLst>
              <a:ext uri="{FF2B5EF4-FFF2-40B4-BE49-F238E27FC236}">
                <a16:creationId xmlns:a16="http://schemas.microsoft.com/office/drawing/2014/main" id="{540485AC-5036-400C-92C3-D3E9EC0252B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643428" y="1438275"/>
            <a:ext cx="1965960" cy="49244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lang="en-US" sz="1600" b="0" i="0" kern="1200" spc="0" baseline="0" dirty="0">
                <a:solidFill>
                  <a:schemeClr val="tx2"/>
                </a:solidFill>
                <a:latin typeface="+mj-lt"/>
                <a:ea typeface="+mn-ea"/>
                <a:cs typeface="Segoe UI" panose="020B0502040204020203" pitchFamily="34" charset="0"/>
              </a:defRPr>
            </a:lvl1pPr>
          </a:lstStyle>
          <a:p>
            <a:pPr marL="0" marR="0" lvl="0" indent="0" algn="l" defTabSz="932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</a:pPr>
            <a:r>
              <a:rPr lang="en-US"/>
              <a:t>Click to edit text styles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F90290A2-7689-4DF5-971A-36C2D917341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9643428" y="2276475"/>
            <a:ext cx="1965960" cy="1452705"/>
          </a:xfrm>
        </p:spPr>
        <p:txBody>
          <a:bodyPr wrap="square">
            <a:spAutoFit/>
          </a:bodyPr>
          <a:lstStyle>
            <a:lvl1pPr marL="141288" indent="-141288">
              <a:defRPr lang="en-US" sz="1500" dirty="0">
                <a:latin typeface="+mn-lt"/>
              </a:defRPr>
            </a:lvl1pPr>
            <a:lvl2pPr marL="285750" indent="-125413">
              <a:defRPr lang="en-US" sz="1400" dirty="0">
                <a:latin typeface="+mn-lt"/>
              </a:defRPr>
            </a:lvl2pPr>
            <a:lvl3pPr marL="438150" indent="-133350">
              <a:defRPr lang="en-US" sz="1400" dirty="0">
                <a:latin typeface="+mn-lt"/>
              </a:defRPr>
            </a:lvl3pPr>
            <a:lvl4pPr marL="566738" indent="-114300">
              <a:defRPr lang="en-US" sz="1200" dirty="0">
                <a:latin typeface="+mn-lt"/>
              </a:defRPr>
            </a:lvl4pPr>
            <a:lvl5pPr marL="685800" indent="-109538">
              <a:defRPr lang="en-US" sz="1200" dirty="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8032442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4" orient="horz" pos="906">
          <p15:clr>
            <a:srgbClr val="5ACBF0"/>
          </p15:clr>
        </p15:guide>
        <p15:guide id="5" orient="horz" pos="288">
          <p15:clr>
            <a:srgbClr val="5ACBF0"/>
          </p15:clr>
        </p15:guide>
        <p15:guide id="6" pos="1610">
          <p15:clr>
            <a:srgbClr val="5ACBF0"/>
          </p15:clr>
        </p15:guide>
        <p15:guide id="7" pos="1795">
          <p15:clr>
            <a:srgbClr val="5ACBF0"/>
          </p15:clr>
        </p15:guide>
        <p15:guide id="8" pos="3035">
          <p15:clr>
            <a:srgbClr val="5ACBF0"/>
          </p15:clr>
        </p15:guide>
        <p15:guide id="9" pos="3221">
          <p15:clr>
            <a:srgbClr val="5ACBF0"/>
          </p15:clr>
        </p15:guide>
        <p15:guide id="10" pos="4461">
          <p15:clr>
            <a:srgbClr val="5ACBF0"/>
          </p15:clr>
        </p15:guide>
        <p15:guide id="11" pos="5890">
          <p15:clr>
            <a:srgbClr val="5ACBF0"/>
          </p15:clr>
        </p15:guide>
        <p15:guide id="12" orient="horz" pos="1436">
          <p15:clr>
            <a:srgbClr val="5ACBF0"/>
          </p15:clr>
        </p15:guide>
        <p15:guide id="13" pos="4646">
          <p15:clr>
            <a:srgbClr val="5ACBF0"/>
          </p15:clr>
        </p15:guide>
        <p15:guide id="14" pos="6072">
          <p15:clr>
            <a:srgbClr val="5ACBF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AD849-7CFE-4AF7-A7C5-6BBD50C88C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10317252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38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- left sid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AD849-7CFE-4AF7-A7C5-6BBD50C88C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4" y="2875002"/>
            <a:ext cx="4127692" cy="1107996"/>
          </a:xfrm>
        </p:spPr>
        <p:txBody>
          <a:bodyPr wrap="square" anchor="ctr">
            <a:spAutoFit/>
          </a:bodyPr>
          <a:lstStyle>
            <a:lvl1pPr>
              <a:defRPr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28162674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30" orient="horz" pos="288">
          <p15:clr>
            <a:srgbClr val="5ACBF0"/>
          </p15:clr>
        </p15:guide>
        <p15:guide id="32" orient="horz" pos="2160">
          <p15:clr>
            <a:srgbClr val="5ACBF0"/>
          </p15:clr>
        </p15:guide>
        <p15:guide id="33" pos="2976">
          <p15:clr>
            <a:srgbClr val="5ACBF0"/>
          </p15:clr>
        </p15:guide>
        <p15:guide id="34" pos="3336">
          <p15:clr>
            <a:srgbClr val="5ACBF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mall title - half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>
            <a:extLst>
              <a:ext uri="{FF2B5EF4-FFF2-40B4-BE49-F238E27FC236}">
                <a16:creationId xmlns:a16="http://schemas.microsoft.com/office/drawing/2014/main" id="{4B2500C4-B436-4E3A-8A91-A02448A774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457200"/>
            <a:ext cx="5508419" cy="372410"/>
          </a:xfrm>
        </p:spPr>
        <p:txBody>
          <a:bodyPr tIns="64008"/>
          <a:lstStyle>
            <a:lvl1pPr>
              <a:defRPr sz="2000" b="0" i="0" spc="0">
                <a:solidFill>
                  <a:schemeClr val="tx2"/>
                </a:solidFill>
                <a:latin typeface="+mj-lt"/>
                <a:cs typeface="Segoe UI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33033344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52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  <p15:guide id="31" pos="3840">
          <p15:clr>
            <a:srgbClr val="5ACBF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- Square Photo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35C9167-B5C7-4834-AC78-240C8C3EF11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3" y="2016203"/>
            <a:ext cx="4158362" cy="1107996"/>
          </a:xfrm>
        </p:spPr>
        <p:txBody>
          <a:bodyPr anchor="b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Title square photo layout 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780C89-4FC1-4FE7-AFCA-1C41A1B0944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4200" y="3535540"/>
            <a:ext cx="4162425" cy="338554"/>
          </a:xfrm>
        </p:spPr>
        <p:txBody>
          <a:bodyPr/>
          <a:lstStyle>
            <a:lvl1pPr marL="0" indent="0">
              <a:buNone/>
              <a:defRPr sz="2200" b="0" i="0">
                <a:solidFill>
                  <a:schemeClr val="tx1"/>
                </a:solidFill>
                <a:latin typeface="Segoe UI" panose="020B0502040204020203" pitchFamily="34" charset="0"/>
              </a:defRPr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61988" indent="0">
              <a:buNone/>
              <a:defRPr/>
            </a:lvl4pPr>
            <a:lvl5pPr marL="855663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2E18FD0C-FA99-4937-92CD-5CF7F279CD8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ltGray">
          <a:xfrm>
            <a:off x="5334000" y="0"/>
            <a:ext cx="6858000" cy="6858000"/>
          </a:xfrm>
          <a:blipFill>
            <a:blip r:embed="rId2"/>
            <a:stretch>
              <a:fillRect/>
            </a:stretch>
          </a:blipFill>
        </p:spPr>
        <p:txBody>
          <a:bodyPr lIns="0" tIns="2377440" rIns="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400" b="0" i="0">
                <a:solidFill>
                  <a:schemeClr val="bg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to insert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6BDF4B0-32EF-4DA8-9A83-B73DD8310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 b="0" i="0">
                <a:solidFill>
                  <a:srgbClr val="A3A3A3"/>
                </a:solidFill>
                <a:latin typeface="Segoe UI" panose="020B0502040204020203" pitchFamily="34" charset="0"/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232744721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pos="3360">
          <p15:clr>
            <a:srgbClr val="5ACBF0"/>
          </p15:clr>
        </p15:guide>
        <p15:guide id="7" orient="horz" pos="1968">
          <p15:clr>
            <a:srgbClr val="5ACBF0"/>
          </p15:clr>
        </p15:guide>
        <p15:guide id="8" orient="horz" pos="2226">
          <p15:clr>
            <a:srgbClr val="5ACBF0"/>
          </p15:clr>
        </p15:guide>
        <p15:guide id="10" pos="3729">
          <p15:clr>
            <a:srgbClr val="C35EA4"/>
          </p15:clr>
        </p15:guide>
        <p15:guide id="11" pos="2993">
          <p15:clr>
            <a:srgbClr val="5ACBF0"/>
          </p15:clr>
        </p15:guide>
        <p15:guide id="12" pos="3543">
          <p15:clr>
            <a:srgbClr val="A4A3A4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quare Photo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B92DE97-5F35-4963-AC7A-96FEB98062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2873414"/>
            <a:ext cx="4159950" cy="1107996"/>
          </a:xfrm>
        </p:spPr>
        <p:txBody>
          <a:bodyPr anchor="ctr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EB5B31F-7AD9-4BC6-8D61-62AD8011666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ltGray">
          <a:xfrm>
            <a:off x="5334000" y="0"/>
            <a:ext cx="6858000" cy="6858000"/>
          </a:xfrm>
          <a:blipFill>
            <a:blip r:embed="rId2"/>
            <a:stretch>
              <a:fillRect/>
            </a:stretch>
          </a:blipFill>
        </p:spPr>
        <p:txBody>
          <a:bodyPr lIns="0" tIns="2377440" rIns="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400" b="0" i="0">
                <a:solidFill>
                  <a:schemeClr val="bg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to insert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A09A47B-FEF5-47F3-B2DD-A73E7C3234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 b="0" i="0">
                <a:solidFill>
                  <a:srgbClr val="A3A3A3"/>
                </a:solidFill>
                <a:latin typeface="Segoe UI" panose="020B0502040204020203" pitchFamily="34" charset="0"/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292596816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pos="3360">
          <p15:clr>
            <a:srgbClr val="5ACBF0"/>
          </p15:clr>
        </p15:guide>
        <p15:guide id="5" orient="horz" pos="2160">
          <p15:clr>
            <a:srgbClr val="5ACBF0"/>
          </p15:clr>
        </p15:guide>
        <p15:guide id="6" pos="2991">
          <p15:clr>
            <a:srgbClr val="5ACBF0"/>
          </p15:clr>
        </p15:guide>
        <p15:guide id="7" pos="3728">
          <p15:clr>
            <a:srgbClr val="C35EA4"/>
          </p15:clr>
        </p15:guide>
        <p15:guide id="8" pos="3544">
          <p15:clr>
            <a:srgbClr val="A4A3A4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quare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4E2C6C6-B442-4DE7-9C6C-405B9005314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3" y="2979738"/>
            <a:ext cx="4163125" cy="861774"/>
          </a:xfrm>
        </p:spPr>
        <p:txBody>
          <a:bodyPr anchor="t"/>
          <a:lstStyle>
            <a:lvl1pPr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US"/>
              <a:t>Square photo layout with smaller text</a:t>
            </a:r>
          </a:p>
        </p:txBody>
      </p:sp>
      <p:sp>
        <p:nvSpPr>
          <p:cNvPr id="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3EBEAA94-C151-43DE-8A5A-09E8A930427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ltGray">
          <a:xfrm>
            <a:off x="5334000" y="0"/>
            <a:ext cx="6858000" cy="6858000"/>
          </a:xfrm>
          <a:solidFill>
            <a:schemeClr val="bg2"/>
          </a:solidFill>
        </p:spPr>
        <p:txBody>
          <a:bodyPr lIns="0" tIns="2377440" rIns="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400" b="0" i="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to insert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C2F1290-9237-4BEE-AAAC-6708F28626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 b="0" i="0">
                <a:solidFill>
                  <a:srgbClr val="A3A3A3"/>
                </a:solidFill>
                <a:latin typeface="Segoe UI" panose="020B0502040204020203" pitchFamily="34" charset="0"/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236388858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pos="3360">
          <p15:clr>
            <a:srgbClr val="5ACBF0"/>
          </p15:clr>
        </p15:guide>
        <p15:guide id="3" orient="horz" pos="1877">
          <p15:clr>
            <a:srgbClr val="5ACBF0"/>
          </p15:clr>
        </p15:guide>
        <p15:guide id="4" pos="3731">
          <p15:clr>
            <a:srgbClr val="C35EA4"/>
          </p15:clr>
        </p15:guide>
        <p15:guide id="5" pos="2993">
          <p15:clr>
            <a:srgbClr val="5ACBF0"/>
          </p15:clr>
        </p15:guide>
        <p15:guide id="6" pos="3547">
          <p15:clr>
            <a:srgbClr val="A4A3A4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oto full bleed lower 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A608AEF-BE66-4029-BA63-DA15E89C329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 bwMode="ltGray">
          <a:xfrm>
            <a:off x="0" y="0"/>
            <a:ext cx="12192000" cy="6858000"/>
          </a:xfrm>
          <a:blipFill>
            <a:blip r:embed="rId2"/>
            <a:stretch>
              <a:fillRect/>
            </a:stretch>
          </a:blipFill>
        </p:spPr>
        <p:txBody>
          <a:bodyPr wrap="none" bIns="1554480" anchor="ctr">
            <a:noAutofit/>
          </a:bodyPr>
          <a:lstStyle>
            <a:lvl1pPr marL="0" indent="0" algn="ctr">
              <a:buNone/>
              <a:defRPr sz="1400" b="0">
                <a:solidFill>
                  <a:schemeClr val="tx1"/>
                </a:solidFill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to insert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033AC47-6988-4AF2-AB7A-F400B9B8392F}"/>
              </a:ext>
            </a:extLst>
          </p:cNvPr>
          <p:cNvSpPr>
            <a:spLocks noGrp="1"/>
          </p:cNvSpPr>
          <p:nvPr>
            <p:ph type="title"/>
          </p:nvPr>
        </p:nvSpPr>
        <p:spPr bwMode="ltGray">
          <a:xfrm>
            <a:off x="0" y="3657600"/>
            <a:ext cx="12192000" cy="3200400"/>
          </a:xfrm>
          <a:gradFill flip="none" rotWithShape="1">
            <a:gsLst>
              <a:gs pos="40000">
                <a:srgbClr val="000000">
                  <a:alpha val="70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  <a:tileRect/>
          </a:gradFill>
        </p:spPr>
        <p:txBody>
          <a:bodyPr lIns="585216" tIns="585216" rIns="585216" bIns="585216" anchor="b" anchorCtr="0">
            <a:noAutofit/>
          </a:bodyPr>
          <a:lstStyle>
            <a:lvl1pPr>
              <a:defRPr sz="3600" spc="-15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609554D-CD2C-F836-9A2C-88CABE5765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 b="0" i="0">
                <a:solidFill>
                  <a:srgbClr val="A3A3A3"/>
                </a:solidFill>
                <a:latin typeface="Segoe UI" panose="020B0502040204020203" pitchFamily="34" charset="0"/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244617397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1" orient="horz" pos="2304">
          <p15:clr>
            <a:srgbClr val="5ACBF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oto full bleed left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A608AEF-BE66-4029-BA63-DA15E89C329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 bwMode="ltGray">
          <a:xfrm>
            <a:off x="0" y="0"/>
            <a:ext cx="12192000" cy="6858000"/>
          </a:xfrm>
          <a:solidFill>
            <a:schemeClr val="bg2"/>
          </a:solidFill>
        </p:spPr>
        <p:txBody>
          <a:bodyPr wrap="none" bIns="1554480" anchor="ctr">
            <a:noAutofit/>
          </a:bodyPr>
          <a:lstStyle>
            <a:lvl1pPr marL="0" indent="0" algn="ctr">
              <a:buNone/>
              <a:defRPr sz="1400" b="0">
                <a:solidFill>
                  <a:schemeClr val="tx1"/>
                </a:solidFill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to insert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033AC47-6988-4AF2-AB7A-F400B9B839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ltGray">
          <a:xfrm>
            <a:off x="-3" y="0"/>
            <a:ext cx="5669280" cy="6858000"/>
          </a:xfrm>
          <a:gradFill flip="none" rotWithShape="1">
            <a:gsLst>
              <a:gs pos="50000">
                <a:srgbClr val="000000">
                  <a:alpha val="7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  <a:tileRect/>
          </a:gradFill>
        </p:spPr>
        <p:txBody>
          <a:bodyPr lIns="585216" tIns="585216" rIns="585216" bIns="585216" anchor="ctr">
            <a:noAutofit/>
          </a:bodyPr>
          <a:lstStyle>
            <a:lvl1pPr>
              <a:defRPr sz="3600" spc="-15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D4894F6-B50F-43E1-83FC-4F2200B2FA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 b="0" i="0">
                <a:solidFill>
                  <a:srgbClr val="A3A3A3"/>
                </a:solidFill>
                <a:latin typeface="Segoe UI" panose="020B0502040204020203" pitchFamily="34" charset="0"/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134060561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7" pos="3576">
          <p15:clr>
            <a:srgbClr val="5ACBF0"/>
          </p15:clr>
        </p15:guide>
        <p15:guide id="8" orient="horz" pos="2160">
          <p15:clr>
            <a:srgbClr val="5ACBF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oto full bleed right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A608AEF-BE66-4029-BA63-DA15E89C329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 bwMode="ltGray">
          <a:xfrm>
            <a:off x="0" y="0"/>
            <a:ext cx="12192000" cy="6858000"/>
          </a:xfrm>
          <a:solidFill>
            <a:schemeClr val="bg2"/>
          </a:solidFill>
        </p:spPr>
        <p:txBody>
          <a:bodyPr wrap="none" bIns="1554480" anchor="ctr">
            <a:noAutofit/>
          </a:bodyPr>
          <a:lstStyle>
            <a:lvl1pPr marL="0" indent="0" algn="ctr">
              <a:buNone/>
              <a:defRPr sz="1400" b="0">
                <a:solidFill>
                  <a:schemeClr val="tx1"/>
                </a:solidFill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to insert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033AC47-6988-4AF2-AB7A-F400B9B839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ltGray">
          <a:xfrm>
            <a:off x="6522720" y="0"/>
            <a:ext cx="5669280" cy="6858000"/>
          </a:xfrm>
          <a:gradFill flip="none" rotWithShape="1">
            <a:gsLst>
              <a:gs pos="50000">
                <a:srgbClr val="000000">
                  <a:alpha val="70000"/>
                </a:srgbClr>
              </a:gs>
              <a:gs pos="100000">
                <a:srgbClr val="000000">
                  <a:alpha val="0"/>
                </a:srgbClr>
              </a:gs>
            </a:gsLst>
            <a:lin ang="10800000" scaled="1"/>
            <a:tileRect/>
          </a:gradFill>
          <a:ln>
            <a:noFill/>
          </a:ln>
        </p:spPr>
        <p:txBody>
          <a:bodyPr lIns="585216" tIns="585216" rIns="585216" bIns="585216" anchor="ctr">
            <a:noAutofit/>
          </a:bodyPr>
          <a:lstStyle>
            <a:lvl1pPr algn="r">
              <a:defRPr sz="3600" spc="-15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629011D-E3B4-416F-9D7F-7A99AE49F6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 b="0" i="0">
                <a:solidFill>
                  <a:srgbClr val="A3A3A3"/>
                </a:solidFill>
                <a:latin typeface="Segoe UI" panose="020B0502040204020203" pitchFamily="34" charset="0"/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232848057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7" pos="4105">
          <p15:clr>
            <a:srgbClr val="5ACBF0"/>
          </p15:clr>
        </p15:guide>
        <p15:guide id="8" orient="horz" pos="2160">
          <p15:clr>
            <a:srgbClr val="5ACBF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op horizontal photo and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E01E45-D858-46CB-8C37-2ADA7A8B4F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157216"/>
            <a:ext cx="11018520" cy="1111822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EB5B31F-7AD9-4BC6-8D61-62AD8011666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ltGray">
          <a:xfrm>
            <a:off x="0" y="0"/>
            <a:ext cx="12192000" cy="4572000"/>
          </a:xfrm>
          <a:solidFill>
            <a:schemeClr val="bg2"/>
          </a:solidFill>
        </p:spPr>
        <p:txBody>
          <a:bodyPr vert="horz" wrap="square" lIns="0" tIns="1280160" rIns="0" bIns="0" rtlCol="0" anchor="t" anchorCtr="0">
            <a:noAutofit/>
          </a:bodyPr>
          <a:lstStyle>
            <a:lvl1pPr marL="0" indent="0" algn="ctr">
              <a:buNone/>
              <a:defRPr lang="en-US" sz="1400" b="0" dirty="0">
                <a:solidFill>
                  <a:schemeClr val="tx1"/>
                </a:solidFill>
              </a:defRPr>
            </a:lvl1pPr>
          </a:lstStyle>
          <a:p>
            <a:pPr marL="228600" lvl="0" indent="-228600" algn="ctr"/>
            <a:r>
              <a:rPr lang="en-US"/>
              <a:t>Drag &amp; drop your photo here</a:t>
            </a:r>
          </a:p>
          <a:p>
            <a:pPr marL="228600" lvl="0" indent="-228600" algn="ctr"/>
            <a:r>
              <a:rPr lang="en-US"/>
              <a:t>or click or tap icon below to insert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A996C37-D0C9-4349-A860-B639C4EB9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 b="0" i="0">
                <a:solidFill>
                  <a:srgbClr val="A3A3A3"/>
                </a:solidFill>
                <a:latin typeface="Segoe UI" panose="020B0502040204020203" pitchFamily="34" charset="0"/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365432860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5" orient="horz" pos="2880">
          <p15:clr>
            <a:srgbClr val="5ACBF0"/>
          </p15:clr>
        </p15:guide>
        <p15:guide id="6" orient="horz" pos="3600">
          <p15:clr>
            <a:srgbClr val="5ACBF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ottom horizontal photo and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5563AC-3A0B-4839-A9DC-F00E8E5411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5788"/>
            <a:ext cx="11018520" cy="1114996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EB5B31F-7AD9-4BC6-8D61-62AD8011666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ltGray">
          <a:xfrm>
            <a:off x="-2381" y="2286000"/>
            <a:ext cx="12192000" cy="4572000"/>
          </a:xfrm>
          <a:solidFill>
            <a:schemeClr val="bg2"/>
          </a:solidFill>
        </p:spPr>
        <p:txBody>
          <a:bodyPr vert="horz" wrap="square" lIns="0" tIns="1371600" rIns="0" bIns="0" rtlCol="0" anchor="t" anchorCtr="0">
            <a:noAutofit/>
          </a:bodyPr>
          <a:lstStyle>
            <a:lvl1pPr marL="0" indent="0" algn="ctr">
              <a:buNone/>
              <a:defRPr lang="en-US" sz="1400" b="0" dirty="0">
                <a:solidFill>
                  <a:schemeClr val="tx1"/>
                </a:solidFill>
              </a:defRPr>
            </a:lvl1pPr>
          </a:lstStyle>
          <a:p>
            <a:pPr marL="228600" lvl="0" indent="-228600" algn="ctr"/>
            <a:r>
              <a:rPr lang="en-US"/>
              <a:t>Drag &amp; drop your photo here</a:t>
            </a:r>
          </a:p>
          <a:p>
            <a:pPr marL="228600" lvl="0" indent="-228600" algn="ctr"/>
            <a:r>
              <a:rPr lang="en-US"/>
              <a:t>or click or tap icon below to insert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D6FDE6F-0F4B-446A-A51F-494FB09966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 b="0" i="0">
                <a:solidFill>
                  <a:srgbClr val="A3A3A3"/>
                </a:solidFill>
                <a:latin typeface="Segoe UI" panose="020B0502040204020203" pitchFamily="34" charset="0"/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3122900082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5" orient="horz" pos="1440">
          <p15:clr>
            <a:srgbClr val="5ACBF0"/>
          </p15:clr>
        </p15:guide>
        <p15:guide id="6" orient="horz" pos="720">
          <p15:clr>
            <a:srgbClr val="5ACBF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pictur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27DCA08-1117-4B11-AEFD-AAB2B33543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98323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833B58-0629-4A46-8711-902C16A9931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199" y="5689600"/>
            <a:ext cx="5367528" cy="276999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 b="0" i="0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231301F-62BD-4CF6-8990-CDF00AFC8CC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ltGray">
          <a:xfrm>
            <a:off x="582612" y="2025650"/>
            <a:ext cx="5367528" cy="3474720"/>
          </a:xfrm>
          <a:blipFill>
            <a:blip r:embed="rId2"/>
            <a:stretch>
              <a:fillRect/>
            </a:stretch>
          </a:blipFill>
        </p:spPr>
        <p:txBody>
          <a:bodyPr vert="horz" wrap="square" lIns="0" tIns="0" rIns="0" bIns="1005840" rtlCol="0" anchor="ctr" anchorCtr="0">
            <a:noAutofit/>
          </a:bodyPr>
          <a:lstStyle>
            <a:lvl1pPr marL="0" indent="0" algn="ctr">
              <a:buNone/>
              <a:defRPr lang="en-US" sz="1000" b="0" dirty="0">
                <a:solidFill>
                  <a:schemeClr val="bg1"/>
                </a:solidFill>
              </a:defRPr>
            </a:lvl1pPr>
          </a:lstStyle>
          <a:p>
            <a:pPr marL="228600" lvl="0" indent="-228600" algn="ctr"/>
            <a:r>
              <a:rPr lang="en-US"/>
              <a:t>Drag &amp; drop your photo here</a:t>
            </a:r>
          </a:p>
          <a:p>
            <a:pPr marL="228600" lvl="0" indent="-228600" algn="ctr"/>
            <a:r>
              <a:rPr lang="en-US"/>
              <a:t>or click or tap icon below 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05B401B2-8D93-427E-90A4-52337B3965E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241860" y="5689600"/>
            <a:ext cx="5367528" cy="276999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lang="en-US" sz="1800" b="0" i="0" kern="1200" spc="0" baseline="0" dirty="0">
                <a:solidFill>
                  <a:schemeClr val="tx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</a:lstStyle>
          <a:p>
            <a:pPr marL="0" marR="0" lvl="0" indent="0" algn="l" defTabSz="932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</a:pPr>
            <a:r>
              <a:rPr lang="en-US"/>
              <a:t>Click to edit Master text styles</a:t>
            </a:r>
          </a:p>
        </p:txBody>
      </p:sp>
      <p:sp>
        <p:nvSpPr>
          <p:cNvPr id="1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223C820-5673-4288-A9D6-185A95066B1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ltGray">
          <a:xfrm>
            <a:off x="6239255" y="2025650"/>
            <a:ext cx="5367528" cy="3474720"/>
          </a:xfrm>
          <a:blipFill>
            <a:blip r:embed="rId3"/>
            <a:stretch>
              <a:fillRect/>
            </a:stretch>
          </a:blipFill>
        </p:spPr>
        <p:txBody>
          <a:bodyPr vert="horz" wrap="square" lIns="0" tIns="0" rIns="0" bIns="1005840" rtlCol="0" anchor="ctr" anchorCtr="0">
            <a:noAutofit/>
          </a:bodyPr>
          <a:lstStyle>
            <a:lvl1pPr marL="0" indent="0" algn="ctr">
              <a:buNone/>
              <a:defRPr lang="en-US" sz="1000" b="0" dirty="0">
                <a:solidFill>
                  <a:srgbClr val="000000"/>
                </a:solidFill>
              </a:defRPr>
            </a:lvl1pPr>
          </a:lstStyle>
          <a:p>
            <a:pPr marL="228600" lvl="0" indent="-228600" algn="ctr"/>
            <a:r>
              <a:rPr lang="en-US"/>
              <a:t>Drag &amp; drop your photo here</a:t>
            </a:r>
          </a:p>
          <a:p>
            <a:pPr marL="228600" lvl="0" indent="-228600" algn="ctr"/>
            <a:r>
              <a:rPr lang="en-US"/>
              <a:t>or click or tap icon below to insert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AF59E09-7602-42B9-AB0C-9D1365A9EB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 b="0" i="0">
                <a:solidFill>
                  <a:srgbClr val="A3A3A3"/>
                </a:solidFill>
                <a:latin typeface="Segoe UI" panose="020B0502040204020203" pitchFamily="34" charset="0"/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85682386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3584">
          <p15:clr>
            <a:srgbClr val="5ACBF0"/>
          </p15:clr>
        </p15:guide>
        <p15:guide id="4" orient="horz" pos="1276">
          <p15:clr>
            <a:srgbClr val="5ACBF0"/>
          </p15:clr>
        </p15:guide>
        <p15:guide id="5" orient="horz" pos="312" userDrawn="1">
          <p15:clr>
            <a:srgbClr val="5ACBF0"/>
          </p15:clr>
        </p15:guide>
        <p15:guide id="6" pos="3749">
          <p15:clr>
            <a:srgbClr val="5ACBF0"/>
          </p15:clr>
        </p15:guide>
        <p15:guide id="7" pos="3931">
          <p15:clr>
            <a:srgbClr val="5ACBF0"/>
          </p15:clr>
        </p15:guide>
        <p15:guide id="8" orient="horz" pos="3464">
          <p15:clr>
            <a:srgbClr val="5ACBF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pictur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260F77E-464D-46F7-A8F8-6F281DAB0C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98323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833B58-0629-4A46-8711-902C16A9931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2613" y="5689600"/>
            <a:ext cx="3475037" cy="276999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 b="0" i="0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231301F-62BD-4CF6-8990-CDF00AFC8CC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ltGray">
          <a:xfrm>
            <a:off x="582612" y="2025650"/>
            <a:ext cx="3474720" cy="3474720"/>
          </a:xfrm>
          <a:blipFill>
            <a:blip r:embed="rId2"/>
            <a:stretch>
              <a:fillRect/>
            </a:stretch>
          </a:blipFill>
        </p:spPr>
        <p:txBody>
          <a:bodyPr lIns="0" tIns="0" rIns="0" bIns="100584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800" b="0" i="0">
                <a:solidFill>
                  <a:schemeClr val="bg1"/>
                </a:solidFill>
                <a:latin typeface="+mn-lt"/>
                <a:cs typeface="Segoe Sans Small" pitchFamily="2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to insert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7E8A9C08-F392-459F-B90B-EDBF4A830C5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358640" y="5689600"/>
            <a:ext cx="3475037" cy="276999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lang="en-US" sz="1800" b="0" i="0" kern="1200" spc="0" baseline="0" dirty="0">
                <a:solidFill>
                  <a:schemeClr val="tx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</a:lstStyle>
          <a:p>
            <a:pPr marL="0" marR="0" lvl="0" indent="0" algn="l" defTabSz="932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</a:pPr>
            <a:r>
              <a:rPr lang="en-US"/>
              <a:t>Click to edit Master text styles</a:t>
            </a:r>
          </a:p>
        </p:txBody>
      </p:sp>
      <p:sp>
        <p:nvSpPr>
          <p:cNvPr id="10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E401A97-B3D4-43E4-9B09-8AD4B6B2606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ltGray">
          <a:xfrm>
            <a:off x="4358640" y="2025650"/>
            <a:ext cx="3474720" cy="3474720"/>
          </a:xfrm>
          <a:blipFill>
            <a:blip r:embed="rId3"/>
            <a:stretch>
              <a:fillRect/>
            </a:stretch>
          </a:blipFill>
        </p:spPr>
        <p:txBody>
          <a:bodyPr lIns="0" tIns="0" rIns="0" bIns="100584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800" b="0" i="0">
                <a:solidFill>
                  <a:srgbClr val="000000"/>
                </a:solidFill>
                <a:latin typeface="+mn-lt"/>
                <a:cs typeface="Segoe Sans Small" pitchFamily="2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05B401B2-8D93-427E-90A4-52337B3965E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134351" y="5689600"/>
            <a:ext cx="3475037" cy="276999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lang="en-US" sz="1800" b="0" i="0" kern="1200" spc="0" baseline="0" dirty="0">
                <a:solidFill>
                  <a:schemeClr val="tx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</a:lstStyle>
          <a:p>
            <a:pPr marL="0" marR="0" lvl="0" indent="0" algn="l" defTabSz="932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</a:pPr>
            <a:r>
              <a:rPr lang="en-US"/>
              <a:t>Click to edit Master text styles</a:t>
            </a:r>
          </a:p>
        </p:txBody>
      </p:sp>
      <p:sp>
        <p:nvSpPr>
          <p:cNvPr id="1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223C820-5673-4288-A9D6-185A95066B1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ltGray">
          <a:xfrm>
            <a:off x="8132063" y="2025650"/>
            <a:ext cx="3474720" cy="3474720"/>
          </a:xfrm>
          <a:blipFill>
            <a:blip r:embed="rId4"/>
            <a:stretch>
              <a:fillRect/>
            </a:stretch>
          </a:blipFill>
        </p:spPr>
        <p:txBody>
          <a:bodyPr lIns="0" tIns="0" rIns="0" bIns="100584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lang="en-US" sz="800" b="0" i="0" kern="1200" spc="0" baseline="0" dirty="0">
                <a:solidFill>
                  <a:schemeClr val="bg1"/>
                </a:solidFill>
                <a:latin typeface="+mn-lt"/>
                <a:ea typeface="+mn-ea"/>
                <a:cs typeface="Segoe Sans Small" pitchFamily="2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to insert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2B36921-D927-4BA6-8891-8AEE978492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 b="0" i="0">
                <a:solidFill>
                  <a:srgbClr val="A3A3A3"/>
                </a:solidFill>
                <a:latin typeface="Segoe UI" panose="020B0502040204020203" pitchFamily="34" charset="0"/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23135711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3584">
          <p15:clr>
            <a:srgbClr val="5ACBF0"/>
          </p15:clr>
        </p15:guide>
        <p15:guide id="4" orient="horz" pos="1276">
          <p15:clr>
            <a:srgbClr val="5ACBF0"/>
          </p15:clr>
        </p15:guide>
        <p15:guide id="5" orient="horz" pos="288">
          <p15:clr>
            <a:srgbClr val="5ACBF0"/>
          </p15:clr>
        </p15:guide>
        <p15:guide id="6" pos="2557">
          <p15:clr>
            <a:srgbClr val="5ACBF0"/>
          </p15:clr>
        </p15:guide>
        <p15:guide id="7" pos="2744">
          <p15:clr>
            <a:srgbClr val="5ACBF0"/>
          </p15:clr>
        </p15:guide>
        <p15:guide id="8" pos="4936">
          <p15:clr>
            <a:srgbClr val="5ACBF0"/>
          </p15:clr>
        </p15:guide>
        <p15:guide id="9" pos="5123">
          <p15:clr>
            <a:srgbClr val="5ACBF0"/>
          </p15:clr>
        </p15:guide>
        <p15:guide id="10" orient="horz" pos="3465">
          <p15:clr>
            <a:srgbClr val="5ACBF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ur pictur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7A434B7-D4B9-4D45-A31C-F0CC4D2279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98323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833B58-0629-4A46-8711-902C16A9931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2613" y="4753938"/>
            <a:ext cx="2532888" cy="553998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 b="0" i="0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231301F-62BD-4CF6-8990-CDF00AFC8CC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ltGray">
          <a:xfrm>
            <a:off x="582612" y="2025650"/>
            <a:ext cx="2532888" cy="2532888"/>
          </a:xfrm>
          <a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lang="en-US" sz="700" b="0" i="0" kern="1200" spc="0" baseline="0" dirty="0">
                <a:solidFill>
                  <a:schemeClr val="bg1"/>
                </a:solidFill>
                <a:latin typeface="+mn-lt"/>
                <a:ea typeface="+mn-ea"/>
                <a:cs typeface="Segoe Sans Small" pitchFamily="2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to insert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7E8A9C08-F392-459F-B90B-EDBF4A830C5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413908" y="4753938"/>
            <a:ext cx="2532888" cy="553998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lang="en-US" sz="1800" b="0" i="0" kern="1200" spc="0" baseline="0" dirty="0">
                <a:solidFill>
                  <a:schemeClr val="tx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</a:lstStyle>
          <a:p>
            <a:pPr marL="0" marR="0" lvl="0" indent="0" algn="l" defTabSz="932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</a:pPr>
            <a:r>
              <a:rPr lang="en-US"/>
              <a:t>Click to edit Master text styles</a:t>
            </a:r>
          </a:p>
        </p:txBody>
      </p:sp>
      <p:sp>
        <p:nvSpPr>
          <p:cNvPr id="10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E401A97-B3D4-43E4-9B09-8AD4B6B2606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ltGray">
          <a:xfrm>
            <a:off x="3413908" y="2025650"/>
            <a:ext cx="2532888" cy="2532888"/>
          </a:xfrm>
          <a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lang="en-US" sz="700" b="0" i="0" kern="1200" spc="0" baseline="0" dirty="0">
                <a:solidFill>
                  <a:schemeClr val="tx1"/>
                </a:solidFill>
                <a:latin typeface="+mn-lt"/>
                <a:ea typeface="+mn-ea"/>
                <a:cs typeface="Segoe Sans Small" pitchFamily="2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05B401B2-8D93-427E-90A4-52337B3965E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245204" y="4753938"/>
            <a:ext cx="2532888" cy="553998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lang="en-US" sz="1800" b="0" i="0" kern="1200" spc="0" baseline="0" dirty="0">
                <a:solidFill>
                  <a:schemeClr val="tx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</a:lstStyle>
          <a:p>
            <a:pPr marL="0" marR="0" lvl="0" indent="0" algn="l" defTabSz="932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</a:pPr>
            <a:r>
              <a:rPr lang="en-US"/>
              <a:t>Click to edit Master text styles</a:t>
            </a:r>
          </a:p>
        </p:txBody>
      </p:sp>
      <p:sp>
        <p:nvSpPr>
          <p:cNvPr id="1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223C820-5673-4288-A9D6-185A95066B1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ltGray">
          <a:xfrm>
            <a:off x="6245204" y="2025650"/>
            <a:ext cx="2532888" cy="2532888"/>
          </a:xfrm>
          <a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lang="en-US" sz="700" b="0" i="0" kern="1200" spc="0" baseline="0" dirty="0">
                <a:solidFill>
                  <a:schemeClr val="bg1"/>
                </a:solidFill>
                <a:latin typeface="+mn-lt"/>
                <a:ea typeface="+mn-ea"/>
                <a:cs typeface="Segoe Sans Small" pitchFamily="2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to insert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38E883C1-8203-4549-AF30-B96AEC45AC6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076500" y="4753938"/>
            <a:ext cx="2532888" cy="553998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lang="en-US" sz="1800" b="0" i="0" kern="1200" spc="0" baseline="0" dirty="0">
                <a:solidFill>
                  <a:schemeClr val="tx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</a:lstStyle>
          <a:p>
            <a:pPr marL="0" marR="0" lvl="0" indent="0" algn="l" defTabSz="932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</a:pPr>
            <a:r>
              <a:rPr lang="en-US"/>
              <a:t>Click to edit Master text styles</a:t>
            </a:r>
          </a:p>
        </p:txBody>
      </p:sp>
      <p:sp>
        <p:nvSpPr>
          <p:cNvPr id="1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BBD58C33-921C-42F1-9803-1C798DB548C2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 bwMode="ltGray">
          <a:xfrm>
            <a:off x="9073895" y="2025650"/>
            <a:ext cx="2532888" cy="2532888"/>
          </a:xfr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lang="en-US" sz="700" b="0" i="0" kern="1200" spc="0" baseline="0" dirty="0">
                <a:solidFill>
                  <a:schemeClr val="bg1"/>
                </a:solidFill>
                <a:latin typeface="+mn-lt"/>
                <a:ea typeface="+mn-ea"/>
                <a:cs typeface="Segoe Sans Small" pitchFamily="2" charset="0"/>
              </a:defRPr>
            </a:lvl1pPr>
          </a:lstStyle>
          <a:p>
            <a:r>
              <a:rPr lang="en-US"/>
              <a:t>Dag &amp; drop your photo here </a:t>
            </a:r>
            <a:br>
              <a:rPr lang="en-US"/>
            </a:br>
            <a:r>
              <a:rPr lang="en-US"/>
              <a:t>or click or tap icon below to insert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CF56B00-AAD4-4F4F-8228-B6CF8367DE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 b="0" i="0">
                <a:solidFill>
                  <a:srgbClr val="A3A3A3"/>
                </a:solidFill>
                <a:latin typeface="Segoe UI" panose="020B0502040204020203" pitchFamily="34" charset="0"/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1991869532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2993">
          <p15:clr>
            <a:srgbClr val="5ACBF0"/>
          </p15:clr>
        </p15:guide>
        <p15:guide id="4" orient="horz" pos="1276">
          <p15:clr>
            <a:srgbClr val="5ACBF0"/>
          </p15:clr>
        </p15:guide>
        <p15:guide id="5" orient="horz" pos="288">
          <p15:clr>
            <a:srgbClr val="5ACBF0"/>
          </p15:clr>
        </p15:guide>
        <p15:guide id="6" pos="1963">
          <p15:clr>
            <a:srgbClr val="5ACBF0"/>
          </p15:clr>
        </p15:guide>
        <p15:guide id="7" pos="2150">
          <p15:clr>
            <a:srgbClr val="5ACBF0"/>
          </p15:clr>
        </p15:guide>
        <p15:guide id="8" pos="3746">
          <p15:clr>
            <a:srgbClr val="5ACBF0"/>
          </p15:clr>
        </p15:guide>
        <p15:guide id="9" pos="3934">
          <p15:clr>
            <a:srgbClr val="5ACBF0"/>
          </p15:clr>
        </p15:guide>
        <p15:guide id="10" pos="5530">
          <p15:clr>
            <a:srgbClr val="5ACBF0"/>
          </p15:clr>
        </p15:guide>
        <p15:guide id="11" pos="5716">
          <p15:clr>
            <a:srgbClr val="5ACBF0"/>
          </p15:clr>
        </p15:guide>
        <p15:guide id="12" orient="horz" pos="2870">
          <p15:clr>
            <a:srgbClr val="5ACBF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Filmstrip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C46CB2-4FDC-43D5-B122-6F27B3C827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866573"/>
            <a:ext cx="11018520" cy="553998"/>
          </a:xfrm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9244E618-D996-41A6-8C9D-0C3519EA7A6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5216" y="5334000"/>
            <a:ext cx="4892040" cy="276999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lang="en-US" sz="1800" b="0" i="0" kern="1200" spc="0" baseline="0" dirty="0">
                <a:solidFill>
                  <a:schemeClr val="tx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</a:lstStyle>
          <a:p>
            <a:pPr marL="0" marR="0" lvl="0" indent="0" algn="ctr" defTabSz="932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</a:pPr>
            <a:r>
              <a:rPr lang="en-US"/>
              <a:t>Click to edit Master text styles</a:t>
            </a:r>
          </a:p>
        </p:txBody>
      </p:sp>
      <p:sp>
        <p:nvSpPr>
          <p:cNvPr id="13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8B32544F-F93C-4713-86AD-641424F4A7B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ltGray">
          <a:xfrm>
            <a:off x="0" y="2286000"/>
            <a:ext cx="6062472" cy="2807208"/>
          </a:xfrm>
          <a:solidFill>
            <a:schemeClr val="bg2"/>
          </a:solid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lang="en-US" sz="1000" b="0" i="0" kern="1200" spc="0" baseline="0" dirty="0">
                <a:solidFill>
                  <a:schemeClr val="tx1"/>
                </a:solidFill>
                <a:latin typeface="+mn-lt"/>
                <a:ea typeface="+mn-ea"/>
                <a:cs typeface="Segoe Sans Small" pitchFamily="2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to insert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9E4C32BD-CEF7-42AC-94D8-052EF30E236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714744" y="5334000"/>
            <a:ext cx="4892040" cy="276999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 b="0" i="0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25EC377-3BC6-40D8-AECB-4FEB302014C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ltGray">
          <a:xfrm>
            <a:off x="6129528" y="2286000"/>
            <a:ext cx="6062472" cy="2807208"/>
          </a:xfrm>
          <a:solidFill>
            <a:schemeClr val="bg2"/>
          </a:solid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lang="en-US" sz="1000" b="0" i="0" kern="1200" spc="0" baseline="0" dirty="0">
                <a:solidFill>
                  <a:schemeClr val="tx1"/>
                </a:solidFill>
                <a:latin typeface="+mn-lt"/>
                <a:ea typeface="+mn-ea"/>
                <a:cs typeface="Segoe Sans Small" pitchFamily="2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to insert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AAE597A-BE1E-6B1F-960D-A90DC95443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 b="0" i="0">
                <a:solidFill>
                  <a:srgbClr val="A3A3A3"/>
                </a:solidFill>
                <a:latin typeface="Segoe UI" panose="020B0502040204020203" pitchFamily="34" charset="0"/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416613830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720">
          <p15:clr>
            <a:srgbClr val="5ACBF0"/>
          </p15:clr>
        </p15:guide>
        <p15:guide id="2" orient="horz" pos="1440">
          <p15:clr>
            <a:srgbClr val="5ACBF0"/>
          </p15:clr>
        </p15:guide>
        <p15:guide id="4" orient="horz" pos="3209">
          <p15:clr>
            <a:srgbClr val="5ACBF0"/>
          </p15:clr>
        </p15:guide>
        <p15:guide id="5" pos="3826">
          <p15:clr>
            <a:srgbClr val="5ACBF0"/>
          </p15:clr>
        </p15:guide>
        <p15:guide id="6" pos="3859">
          <p15:clr>
            <a:srgbClr val="5ACBF0"/>
          </p15:clr>
        </p15:guide>
        <p15:guide id="11" pos="1910">
          <p15:clr>
            <a:srgbClr val="5ACBF0"/>
          </p15:clr>
        </p15:guide>
        <p15:guide id="12" pos="5770">
          <p15:clr>
            <a:srgbClr val="5ACBF0"/>
          </p15:clr>
        </p15:guide>
        <p15:guide id="13" orient="horz" pos="3360">
          <p15:clr>
            <a:srgbClr val="5ACBF0"/>
          </p15:clr>
        </p15:guide>
        <p15:guide id="14" orient="horz">
          <p15:clr>
            <a:srgbClr val="5ACBF0"/>
          </p15:clr>
        </p15:guide>
        <p15:guide id="15" pos="3451">
          <p15:clr>
            <a:srgbClr val="5ACBF0"/>
          </p15:clr>
        </p15:guide>
        <p15:guide id="16" pos="4229">
          <p15:clr>
            <a:srgbClr val="5ACBF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Filmstrip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C46CB2-4FDC-43D5-B122-6F27B3C827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5787"/>
            <a:ext cx="11018520" cy="1115568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9244E618-D996-41A6-8C9D-0C3519EA7A6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5216" y="4800600"/>
            <a:ext cx="2852928" cy="55399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 b="0" i="0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8B32544F-F93C-4713-86AD-641424F4A7B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ltGray">
          <a:xfrm>
            <a:off x="0" y="2286000"/>
            <a:ext cx="4023360" cy="2286000"/>
          </a:xfrm>
          <a:solidFill>
            <a:schemeClr val="bg2"/>
          </a:solid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lang="en-US" sz="1000" b="0" i="0" kern="1200" spc="0" baseline="0" dirty="0">
                <a:solidFill>
                  <a:schemeClr val="tx1"/>
                </a:solidFill>
                <a:latin typeface="+mn-lt"/>
                <a:ea typeface="+mn-ea"/>
                <a:cs typeface="Segoe Sans Small" pitchFamily="2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to insert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9E4C32BD-CEF7-42AC-94D8-052EF30E236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669536" y="4799409"/>
            <a:ext cx="2852928" cy="55399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lang="en-US" sz="1800" b="0" i="0" kern="1200" spc="0" baseline="0" dirty="0">
                <a:solidFill>
                  <a:schemeClr val="tx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</a:lstStyle>
          <a:p>
            <a:pPr marL="0" marR="0" lvl="0" indent="0" algn="ctr" defTabSz="932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</a:pPr>
            <a:r>
              <a:rPr lang="en-US"/>
              <a:t>Click to edit Master text styles</a:t>
            </a:r>
          </a:p>
        </p:txBody>
      </p:sp>
      <p:sp>
        <p:nvSpPr>
          <p:cNvPr id="1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25EC377-3BC6-40D8-AECB-4FEB302014C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ltGray">
          <a:xfrm>
            <a:off x="4084320" y="2286000"/>
            <a:ext cx="4023360" cy="2286000"/>
          </a:xfrm>
          <a:solidFill>
            <a:schemeClr val="bg2"/>
          </a:solid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lang="en-US" sz="1000" b="0" i="0" kern="1200" spc="0" baseline="0" dirty="0">
                <a:solidFill>
                  <a:schemeClr val="tx1"/>
                </a:solidFill>
                <a:latin typeface="+mn-lt"/>
                <a:ea typeface="+mn-ea"/>
                <a:cs typeface="Segoe Sans Small" pitchFamily="2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to insert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D682B8EC-8F33-4730-BBE6-E8B7234C9C6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753856" y="4799410"/>
            <a:ext cx="2852928" cy="55399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lang="en-US" sz="1800" b="0" i="0" kern="1200" spc="0" baseline="0" dirty="0">
                <a:solidFill>
                  <a:schemeClr val="tx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</a:lstStyle>
          <a:p>
            <a:pPr marL="0" marR="0" lvl="0" indent="0" algn="ctr" defTabSz="932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</a:pPr>
            <a:r>
              <a:rPr lang="en-US"/>
              <a:t>Click to edit Master text styles</a:t>
            </a:r>
          </a:p>
        </p:txBody>
      </p:sp>
      <p:sp>
        <p:nvSpPr>
          <p:cNvPr id="1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DB5F15A-5980-40FF-9D54-3FDE41D604A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ltGray">
          <a:xfrm>
            <a:off x="8168640" y="2286000"/>
            <a:ext cx="4023360" cy="2286000"/>
          </a:xfrm>
          <a:solidFill>
            <a:schemeClr val="bg2"/>
          </a:solid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lang="en-US" sz="1000" b="0" i="0" kern="1200" spc="0" baseline="0" dirty="0">
                <a:solidFill>
                  <a:schemeClr val="tx1"/>
                </a:solidFill>
                <a:latin typeface="+mn-lt"/>
                <a:ea typeface="+mn-ea"/>
                <a:cs typeface="Segoe Sans Small" pitchFamily="2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to insert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2B999C7-F5A8-46A6-92C5-AA3BE4E269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 b="0" i="0">
                <a:solidFill>
                  <a:srgbClr val="A3A3A3"/>
                </a:solidFill>
                <a:latin typeface="Segoe UI" panose="020B0502040204020203" pitchFamily="34" charset="0"/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273682457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720">
          <p15:clr>
            <a:srgbClr val="5ACBF0"/>
          </p15:clr>
        </p15:guide>
        <p15:guide id="2" orient="horz" pos="1440">
          <p15:clr>
            <a:srgbClr val="5ACBF0"/>
          </p15:clr>
        </p15:guide>
        <p15:guide id="3" orient="horz" pos="2880">
          <p15:clr>
            <a:srgbClr val="5ACBF0"/>
          </p15:clr>
        </p15:guide>
        <p15:guide id="4" orient="horz" pos="3024">
          <p15:clr>
            <a:srgbClr val="5ACBF0"/>
          </p15:clr>
        </p15:guide>
        <p15:guide id="5" pos="2534">
          <p15:clr>
            <a:srgbClr val="5ACBF0"/>
          </p15:clr>
        </p15:guide>
        <p15:guide id="6" pos="2573">
          <p15:clr>
            <a:srgbClr val="5ACBF0"/>
          </p15:clr>
        </p15:guide>
        <p15:guide id="8" pos="5109">
          <p15:clr>
            <a:srgbClr val="5ACBF0"/>
          </p15:clr>
        </p15:guide>
        <p15:guide id="9" pos="5145">
          <p15:clr>
            <a:srgbClr val="5ACBF0"/>
          </p15:clr>
        </p15:guide>
        <p15:guide id="11" pos="1266">
          <p15:clr>
            <a:srgbClr val="5ACBF0"/>
          </p15:clr>
        </p15:guide>
        <p15:guide id="12" pos="3840">
          <p15:clr>
            <a:srgbClr val="5ACBF0"/>
          </p15:clr>
        </p15:guide>
        <p15:guide id="13" pos="6414">
          <p15:clr>
            <a:srgbClr val="5ACBF0"/>
          </p15:clr>
        </p15:guide>
        <p15:guide id="14" orient="horz" pos="1074">
          <p15:clr>
            <a:srgbClr val="5ACBF0"/>
          </p15:clr>
        </p15:guide>
        <p15:guide id="15" pos="2168">
          <p15:clr>
            <a:srgbClr val="5ACBF0"/>
          </p15:clr>
        </p15:guide>
        <p15:guide id="16" pos="2944">
          <p15:clr>
            <a:srgbClr val="5ACBF0"/>
          </p15:clr>
        </p15:guide>
        <p15:guide id="17" pos="4738">
          <p15:clr>
            <a:srgbClr val="5ACBF0"/>
          </p15:clr>
        </p15:guide>
        <p15:guide id="18" pos="5514">
          <p15:clr>
            <a:srgbClr val="5ACBF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ur Filmstrip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C46CB2-4FDC-43D5-B122-6F27B3C827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5788"/>
            <a:ext cx="11018520" cy="1115568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9244E618-D996-41A6-8C9D-0C3519EA7A6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5216" y="4800600"/>
            <a:ext cx="1828800" cy="55399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 b="0" i="0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8B32544F-F93C-4713-86AD-641424F4A7B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ltGray">
          <a:xfrm>
            <a:off x="0" y="2286000"/>
            <a:ext cx="2999232" cy="2286000"/>
          </a:xfrm>
          <a:solidFill>
            <a:schemeClr val="bg2"/>
          </a:solid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lang="en-US" sz="1000" b="0" i="0" kern="1200" spc="0" baseline="0" dirty="0">
                <a:solidFill>
                  <a:schemeClr val="tx1"/>
                </a:solidFill>
                <a:latin typeface="+mn-lt"/>
                <a:ea typeface="+mn-ea"/>
                <a:cs typeface="Segoe Sans Small" pitchFamily="2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to insert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9E4C32BD-CEF7-42AC-94D8-052EF30E236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649472" y="4799409"/>
            <a:ext cx="1828800" cy="55399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lang="en-US" sz="1800" b="0" i="0" kern="1200" spc="0" baseline="0" dirty="0">
                <a:solidFill>
                  <a:schemeClr val="tx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</a:lstStyle>
          <a:p>
            <a:pPr marL="0" marR="0" lvl="0" indent="0" algn="ctr" defTabSz="932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</a:pPr>
            <a:r>
              <a:rPr lang="en-US"/>
              <a:t>Click to edit Master text styles</a:t>
            </a:r>
          </a:p>
        </p:txBody>
      </p:sp>
      <p:sp>
        <p:nvSpPr>
          <p:cNvPr id="1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25EC377-3BC6-40D8-AECB-4FEB302014C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ltGray">
          <a:xfrm>
            <a:off x="3064256" y="2286000"/>
            <a:ext cx="2999232" cy="2286000"/>
          </a:xfrm>
          <a:solidFill>
            <a:schemeClr val="bg2"/>
          </a:solid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lang="en-US" sz="1000" b="0" i="0" kern="1200" spc="0" baseline="0" dirty="0">
                <a:solidFill>
                  <a:schemeClr val="tx1"/>
                </a:solidFill>
                <a:latin typeface="+mn-lt"/>
                <a:ea typeface="+mn-ea"/>
                <a:cs typeface="Segoe Sans Small" pitchFamily="2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to insert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D682B8EC-8F33-4730-BBE6-E8B7234C9C6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713728" y="4799410"/>
            <a:ext cx="1828800" cy="55399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lang="en-US" sz="1800" b="0" i="0" kern="1200" spc="0" baseline="0" dirty="0">
                <a:solidFill>
                  <a:schemeClr val="tx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</a:lstStyle>
          <a:p>
            <a:pPr marL="0" marR="0" lvl="0" indent="0" algn="ctr" defTabSz="932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</a:pPr>
            <a:r>
              <a:rPr lang="en-US"/>
              <a:t>Click to edit Master text styles</a:t>
            </a:r>
          </a:p>
        </p:txBody>
      </p:sp>
      <p:sp>
        <p:nvSpPr>
          <p:cNvPr id="1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DB5F15A-5980-40FF-9D54-3FDE41D604A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ltGray">
          <a:xfrm>
            <a:off x="6128512" y="2286000"/>
            <a:ext cx="2999232" cy="2286000"/>
          </a:xfrm>
          <a:solidFill>
            <a:schemeClr val="bg2"/>
          </a:solid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lang="en-US" sz="1000" b="0" i="0" kern="1200" spc="0" baseline="0" dirty="0">
                <a:solidFill>
                  <a:schemeClr val="tx1"/>
                </a:solidFill>
                <a:latin typeface="+mn-lt"/>
                <a:ea typeface="+mn-ea"/>
                <a:cs typeface="Segoe Sans Small" pitchFamily="2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to insert</a:t>
            </a:r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83564109-638C-44E2-AE84-46B44C29FD6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777984" y="4799409"/>
            <a:ext cx="1828800" cy="55399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lang="en-US" sz="1800" b="0" i="0" kern="1200" spc="0" baseline="0" dirty="0">
                <a:solidFill>
                  <a:schemeClr val="tx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</a:lstStyle>
          <a:p>
            <a:pPr marL="0" marR="0" lvl="0" indent="0" algn="ctr" defTabSz="932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</a:pPr>
            <a:r>
              <a:rPr lang="en-US"/>
              <a:t>Click to edit Master text styles</a:t>
            </a:r>
          </a:p>
        </p:txBody>
      </p:sp>
      <p:sp>
        <p:nvSpPr>
          <p:cNvPr id="1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13AAE36-2045-4D14-87DC-59D4EFCC1500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 bwMode="ltGray">
          <a:xfrm>
            <a:off x="9192768" y="2286000"/>
            <a:ext cx="2999232" cy="2286000"/>
          </a:xfrm>
          <a:solidFill>
            <a:schemeClr val="bg2"/>
          </a:solid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lang="en-US" sz="1000" b="0" i="0" kern="1200" spc="0" baseline="0" dirty="0">
                <a:solidFill>
                  <a:schemeClr val="tx1"/>
                </a:solidFill>
                <a:latin typeface="+mn-lt"/>
                <a:ea typeface="+mn-ea"/>
                <a:cs typeface="Segoe Sans Small" pitchFamily="2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to insert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2FE569B-F817-467C-8BAC-558CE9824D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 b="0" i="0">
                <a:solidFill>
                  <a:srgbClr val="A3A3A3"/>
                </a:solidFill>
                <a:latin typeface="Segoe UI" panose="020B0502040204020203" pitchFamily="34" charset="0"/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3801018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720">
          <p15:clr>
            <a:srgbClr val="5ACBF0"/>
          </p15:clr>
        </p15:guide>
        <p15:guide id="2" orient="horz" pos="1440">
          <p15:clr>
            <a:srgbClr val="5ACBF0"/>
          </p15:clr>
        </p15:guide>
        <p15:guide id="3" orient="horz" pos="2880">
          <p15:clr>
            <a:srgbClr val="5ACBF0"/>
          </p15:clr>
        </p15:guide>
        <p15:guide id="4" orient="horz" pos="3024">
          <p15:clr>
            <a:srgbClr val="5ACBF0"/>
          </p15:clr>
        </p15:guide>
        <p15:guide id="5" pos="1890">
          <p15:clr>
            <a:srgbClr val="5ACBF0"/>
          </p15:clr>
        </p15:guide>
        <p15:guide id="6" pos="1930">
          <p15:clr>
            <a:srgbClr val="5ACBF0"/>
          </p15:clr>
        </p15:guide>
        <p15:guide id="7" pos="5749">
          <p15:clr>
            <a:srgbClr val="5ACBF0"/>
          </p15:clr>
        </p15:guide>
        <p15:guide id="8" pos="3820">
          <p15:clr>
            <a:srgbClr val="5ACBF0"/>
          </p15:clr>
        </p15:guide>
        <p15:guide id="9" pos="3860">
          <p15:clr>
            <a:srgbClr val="5ACBF0"/>
          </p15:clr>
        </p15:guide>
        <p15:guide id="10" pos="5789">
          <p15:clr>
            <a:srgbClr val="5ACBF0"/>
          </p15:clr>
        </p15:guide>
        <p15:guide id="11" pos="944">
          <p15:clr>
            <a:srgbClr val="5ACBF0"/>
          </p15:clr>
        </p15:guide>
        <p15:guide id="12" pos="2876">
          <p15:clr>
            <a:srgbClr val="5ACBF0"/>
          </p15:clr>
        </p15:guide>
        <p15:guide id="13" pos="4807">
          <p15:clr>
            <a:srgbClr val="5ACBF0"/>
          </p15:clr>
        </p15:guide>
        <p15:guide id="14" pos="6736">
          <p15:clr>
            <a:srgbClr val="5ACBF0"/>
          </p15:clr>
        </p15:guide>
        <p15:guide id="15" orient="horz">
          <p15:clr>
            <a:srgbClr val="5ACBF0"/>
          </p15:clr>
        </p15:guide>
        <p15:guide id="16" pos="1524">
          <p15:clr>
            <a:srgbClr val="5ACBF0"/>
          </p15:clr>
        </p15:guide>
        <p15:guide id="17" pos="2298">
          <p15:clr>
            <a:srgbClr val="5ACBF0"/>
          </p15:clr>
        </p15:guide>
        <p15:guide id="18" pos="3450">
          <p15:clr>
            <a:srgbClr val="5ACBF0"/>
          </p15:clr>
        </p15:guide>
        <p15:guide id="19" pos="4230">
          <p15:clr>
            <a:srgbClr val="5ACBF0"/>
          </p15:clr>
        </p15:guide>
        <p15:guide id="20" pos="5380">
          <p15:clr>
            <a:srgbClr val="5ACBF0"/>
          </p15:clr>
        </p15:guide>
        <p15:guide id="21" pos="6156">
          <p15:clr>
            <a:srgbClr val="5ACBF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ive Filmstrip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C46CB2-4FDC-43D5-B122-6F27B3C827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5788"/>
            <a:ext cx="11018520" cy="1115568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9244E618-D996-41A6-8C9D-0C3519EA7A6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92608" y="4800600"/>
            <a:ext cx="1801368" cy="55399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 b="0" i="0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8B32544F-F93C-4713-86AD-641424F4A7B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ltGray">
          <a:xfrm>
            <a:off x="0" y="2286000"/>
            <a:ext cx="2386584" cy="2286000"/>
          </a:xfrm>
          <a:solidFill>
            <a:schemeClr val="bg2"/>
          </a:solid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lang="en-US" sz="1000" b="0" i="0" kern="1200" spc="0" baseline="0" dirty="0">
                <a:solidFill>
                  <a:schemeClr val="tx1"/>
                </a:solidFill>
                <a:latin typeface="+mn-lt"/>
                <a:ea typeface="+mn-ea"/>
                <a:cs typeface="Segoe Sans Small" pitchFamily="2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to insert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9E4C32BD-CEF7-42AC-94D8-052EF30E236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743962" y="4799409"/>
            <a:ext cx="1801368" cy="55399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lang="en-US" sz="1800" b="0" i="0" kern="1200" spc="0" baseline="0" dirty="0">
                <a:solidFill>
                  <a:schemeClr val="tx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</a:lstStyle>
          <a:p>
            <a:pPr marL="0" marR="0" lvl="0" indent="0" algn="ctr" defTabSz="932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</a:pPr>
            <a:r>
              <a:rPr lang="en-US"/>
              <a:t>Click to edit Master text styles</a:t>
            </a:r>
          </a:p>
        </p:txBody>
      </p:sp>
      <p:sp>
        <p:nvSpPr>
          <p:cNvPr id="1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25EC377-3BC6-40D8-AECB-4FEB302014C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ltGray">
          <a:xfrm>
            <a:off x="2451354" y="2286000"/>
            <a:ext cx="2386584" cy="2286000"/>
          </a:xfrm>
          <a:solidFill>
            <a:schemeClr val="bg2"/>
          </a:solid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lang="en-US" sz="1000" b="0" i="0" kern="1200" spc="0" baseline="0" dirty="0">
                <a:solidFill>
                  <a:schemeClr val="tx1"/>
                </a:solidFill>
                <a:latin typeface="+mn-lt"/>
                <a:ea typeface="+mn-ea"/>
                <a:cs typeface="Segoe Sans Small" pitchFamily="2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to insert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D682B8EC-8F33-4730-BBE6-E8B7234C9C6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195316" y="4799410"/>
            <a:ext cx="1801368" cy="55399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lang="en-US" sz="1800" b="0" i="0" kern="1200" spc="0" baseline="0" dirty="0">
                <a:solidFill>
                  <a:schemeClr val="tx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</a:lstStyle>
          <a:p>
            <a:pPr marL="0" marR="0" lvl="0" indent="0" algn="ctr" defTabSz="932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</a:pPr>
            <a:r>
              <a:rPr lang="en-US"/>
              <a:t>Click to edit Master text styles</a:t>
            </a:r>
          </a:p>
        </p:txBody>
      </p:sp>
      <p:sp>
        <p:nvSpPr>
          <p:cNvPr id="1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DB5F15A-5980-40FF-9D54-3FDE41D604A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ltGray">
          <a:xfrm>
            <a:off x="4902708" y="2286000"/>
            <a:ext cx="2386584" cy="2286000"/>
          </a:xfrm>
          <a:solidFill>
            <a:schemeClr val="bg2"/>
          </a:solid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lang="en-US" sz="1000" b="0" i="0" kern="1200" spc="0" baseline="0" dirty="0">
                <a:solidFill>
                  <a:schemeClr val="tx1"/>
                </a:solidFill>
                <a:latin typeface="+mn-lt"/>
                <a:ea typeface="+mn-ea"/>
                <a:cs typeface="Segoe Sans Small" pitchFamily="2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to insert</a:t>
            </a:r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83564109-638C-44E2-AE84-46B44C29FD6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646670" y="4799409"/>
            <a:ext cx="1801368" cy="55399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lang="en-US" sz="1800" b="0" i="0" kern="1200" spc="0" baseline="0" dirty="0">
                <a:solidFill>
                  <a:schemeClr val="tx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</a:lstStyle>
          <a:p>
            <a:pPr marL="0" marR="0" lvl="0" indent="0" algn="ctr" defTabSz="932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</a:pPr>
            <a:r>
              <a:rPr lang="en-US"/>
              <a:t>Click to edit Master text styles</a:t>
            </a:r>
          </a:p>
        </p:txBody>
      </p:sp>
      <p:sp>
        <p:nvSpPr>
          <p:cNvPr id="1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13AAE36-2045-4D14-87DC-59D4EFCC1500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 bwMode="ltGray">
          <a:xfrm>
            <a:off x="7354062" y="2286000"/>
            <a:ext cx="2386584" cy="2286000"/>
          </a:xfrm>
          <a:solidFill>
            <a:schemeClr val="bg2"/>
          </a:solid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lang="en-US" sz="1000" b="0" i="0" kern="1200" spc="0" baseline="0" dirty="0">
                <a:solidFill>
                  <a:schemeClr val="tx1"/>
                </a:solidFill>
                <a:latin typeface="+mn-lt"/>
                <a:ea typeface="+mn-ea"/>
                <a:cs typeface="Segoe Sans Small" pitchFamily="2" charset="0"/>
              </a:defRPr>
            </a:lvl1pPr>
          </a:lstStyle>
          <a:p>
            <a:r>
              <a:rPr lang="en-US"/>
              <a:t>Dag &amp; drop your photo here </a:t>
            </a:r>
            <a:br>
              <a:rPr lang="en-US"/>
            </a:br>
            <a:r>
              <a:rPr lang="en-US"/>
              <a:t>or click or tap icon below to insert</a:t>
            </a:r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5B1B6F72-F14C-40F1-8B29-8620AA34DC63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0098024" y="4799409"/>
            <a:ext cx="1801368" cy="55399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lang="en-US" sz="1800" b="0" i="0" kern="1200" spc="0" baseline="0" dirty="0">
                <a:solidFill>
                  <a:schemeClr val="tx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</a:lstStyle>
          <a:p>
            <a:pPr marL="0" marR="0" lvl="0" indent="0" algn="ctr" defTabSz="932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</a:pPr>
            <a:r>
              <a:rPr lang="en-US"/>
              <a:t>Click to edit Master text styles</a:t>
            </a:r>
          </a:p>
        </p:txBody>
      </p:sp>
      <p:sp>
        <p:nvSpPr>
          <p:cNvPr id="20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2AD682C7-20D7-4ED0-99A7-C8530DAC8612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 bwMode="ltGray">
          <a:xfrm>
            <a:off x="9805416" y="2286000"/>
            <a:ext cx="2386584" cy="2286000"/>
          </a:xfrm>
          <a:solidFill>
            <a:schemeClr val="bg2"/>
          </a:solid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lang="en-US" sz="1000" b="0" i="0" kern="1200" spc="0" baseline="0" dirty="0">
                <a:solidFill>
                  <a:schemeClr val="tx1"/>
                </a:solidFill>
                <a:latin typeface="+mn-lt"/>
                <a:ea typeface="+mn-ea"/>
                <a:cs typeface="Segoe Sans Small" pitchFamily="2" charset="0"/>
              </a:defRPr>
            </a:lvl1pPr>
          </a:lstStyle>
          <a:p>
            <a:r>
              <a:rPr lang="en-US"/>
              <a:t>Dag &amp; drop your photo here </a:t>
            </a:r>
            <a:br>
              <a:rPr lang="en-US"/>
            </a:br>
            <a:r>
              <a:rPr lang="en-US"/>
              <a:t>or click or tap icon below to insert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2FE569B-F817-467C-8BAC-558CE9824D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 b="0" i="0">
                <a:solidFill>
                  <a:srgbClr val="A3A3A3"/>
                </a:solidFill>
                <a:latin typeface="Segoe UI" panose="020B0502040204020203" pitchFamily="34" charset="0"/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383674216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720">
          <p15:clr>
            <a:srgbClr val="5ACBF0"/>
          </p15:clr>
        </p15:guide>
        <p15:guide id="2" orient="horz" pos="1440">
          <p15:clr>
            <a:srgbClr val="5ACBF0"/>
          </p15:clr>
        </p15:guide>
        <p15:guide id="3" orient="horz" pos="2880">
          <p15:clr>
            <a:srgbClr val="5ACBF0"/>
          </p15:clr>
        </p15:guide>
        <p15:guide id="4" orient="horz" pos="3024">
          <p15:clr>
            <a:srgbClr val="5ACBF0"/>
          </p15:clr>
        </p15:guide>
        <p15:guide id="8" pos="4631">
          <p15:clr>
            <a:srgbClr val="5ACBF0"/>
          </p15:clr>
        </p15:guide>
        <p15:guide id="9" pos="4593">
          <p15:clr>
            <a:srgbClr val="5ACBF0"/>
          </p15:clr>
        </p15:guide>
        <p15:guide id="10" pos="6134">
          <p15:clr>
            <a:srgbClr val="5ACBF0"/>
          </p15:clr>
        </p15:guide>
        <p15:guide id="11" pos="1323">
          <p15:clr>
            <a:srgbClr val="5ACBF0"/>
          </p15:clr>
        </p15:guide>
        <p15:guide id="12" pos="2865">
          <p15:clr>
            <a:srgbClr val="5ACBF0"/>
          </p15:clr>
        </p15:guide>
        <p15:guide id="13" pos="4815">
          <p15:clr>
            <a:srgbClr val="5ACBF0"/>
          </p15:clr>
        </p15:guide>
        <p15:guide id="14" pos="6361">
          <p15:clr>
            <a:srgbClr val="5ACBF0"/>
          </p15:clr>
        </p15:guide>
        <p15:guide id="15" orient="horz">
          <p15:clr>
            <a:srgbClr val="5ACBF0"/>
          </p15:clr>
        </p15:guide>
        <p15:guide id="16" pos="1727">
          <p15:clr>
            <a:srgbClr val="5ACBF0"/>
          </p15:clr>
        </p15:guide>
        <p15:guide id="17" pos="2294">
          <p15:clr>
            <a:srgbClr val="5ACBF0"/>
          </p15:clr>
        </p15:guide>
        <p15:guide id="18" pos="3273">
          <p15:clr>
            <a:srgbClr val="5ACBF0"/>
          </p15:clr>
        </p15:guide>
        <p15:guide id="19" pos="4411">
          <p15:clr>
            <a:srgbClr val="5ACBF0"/>
          </p15:clr>
        </p15:guide>
        <p15:guide id="21" pos="6179">
          <p15:clr>
            <a:srgbClr val="5ACBF0"/>
          </p15:clr>
        </p15:guide>
        <p15:guide id="22" pos="1501">
          <p15:clr>
            <a:srgbClr val="5ACBF0"/>
          </p15:clr>
        </p15:guide>
        <p15:guide id="23" pos="1543">
          <p15:clr>
            <a:srgbClr val="5ACBF0"/>
          </p15:clr>
        </p15:guide>
        <p15:guide id="24" pos="3049">
          <p15:clr>
            <a:srgbClr val="5ACBF0"/>
          </p15:clr>
        </p15:guide>
        <p15:guide id="25" pos="3088">
          <p15:clr>
            <a:srgbClr val="5ACBF0"/>
          </p15:clr>
        </p15:guide>
        <p15:guide id="26" pos="5954">
          <p15:clr>
            <a:srgbClr val="5ACBF0"/>
          </p15:clr>
        </p15:guide>
        <p15:guide id="27" pos="3840">
          <p15:clr>
            <a:srgbClr val="5ACBF0"/>
          </p15:clr>
        </p15:guide>
        <p15:guide id="28" pos="5386">
          <p15:clr>
            <a:srgbClr val="5ACBF0"/>
          </p15:clr>
        </p15:guide>
        <p15:guide id="29" pos="753">
          <p15:clr>
            <a:srgbClr val="5ACBF0"/>
          </p15:clr>
        </p15:guide>
        <p15:guide id="30" pos="6927">
          <p15:clr>
            <a:srgbClr val="5ACBF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Round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33D211-079C-4884-AB74-BFA812A63F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8962"/>
            <a:ext cx="11018520" cy="1115568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6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5757E314-6417-4051-A2CD-D3614CAA6A78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 bwMode="ltGray">
          <a:xfrm>
            <a:off x="2037906" y="2286000"/>
            <a:ext cx="2313432" cy="2313432"/>
          </a:xfrm>
          <a:prstGeom prst="ellipse">
            <a:avLst/>
          </a:prstGeom>
          <a:solidFill>
            <a:schemeClr val="bg2"/>
          </a:solid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lang="en-US" sz="800" b="0" i="0" kern="1200" spc="0" baseline="0" dirty="0">
                <a:solidFill>
                  <a:schemeClr val="tx1"/>
                </a:solidFill>
                <a:latin typeface="+mn-lt"/>
                <a:ea typeface="+mn-ea"/>
                <a:cs typeface="Segoe Sans Small" pitchFamily="2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5BBECFAF-80A0-4620-8865-87562DFB497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037906" y="4800600"/>
            <a:ext cx="2313432" cy="55399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 b="0" i="0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5577FC3-49F5-4B04-AFD3-AA0A57BA8355}"/>
              </a:ext>
            </a:extLst>
          </p:cNvPr>
          <p:cNvSpPr>
            <a:spLocks noGrp="1" noChangeAspect="1"/>
          </p:cNvSpPr>
          <p:nvPr>
            <p:ph type="pic" sz="quarter" idx="19" hasCustomPrompt="1"/>
          </p:nvPr>
        </p:nvSpPr>
        <p:spPr bwMode="ltGray">
          <a:xfrm>
            <a:off x="4939284" y="2286000"/>
            <a:ext cx="2313432" cy="2313432"/>
          </a:xfrm>
          <a:prstGeom prst="ellipse">
            <a:avLst/>
          </a:prstGeom>
          <a:solidFill>
            <a:schemeClr val="bg2"/>
          </a:solid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lang="en-US" sz="800" b="0" i="0" kern="1200" spc="0" baseline="0" dirty="0">
                <a:solidFill>
                  <a:schemeClr val="tx1"/>
                </a:solidFill>
                <a:latin typeface="+mn-lt"/>
                <a:ea typeface="+mn-ea"/>
                <a:cs typeface="Segoe Sans Small" pitchFamily="2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to insert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8AD287B4-D736-4707-854D-BEA62EF2BBC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939284" y="4800600"/>
            <a:ext cx="2313432" cy="55399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lang="en-US" sz="1800" b="0" i="0" kern="1200" spc="0" baseline="0" dirty="0">
                <a:solidFill>
                  <a:schemeClr val="tx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</a:lstStyle>
          <a:p>
            <a:pPr marL="0" marR="0" lvl="0" indent="0" algn="ctr" defTabSz="932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</a:pPr>
            <a:r>
              <a:rPr lang="en-US"/>
              <a:t>Click to edit Master text styles</a:t>
            </a:r>
          </a:p>
        </p:txBody>
      </p:sp>
      <p:sp>
        <p:nvSpPr>
          <p:cNvPr id="18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9B56ECFD-6AA2-4EC5-A445-D1E0952199EC}"/>
              </a:ext>
            </a:extLst>
          </p:cNvPr>
          <p:cNvSpPr>
            <a:spLocks noGrp="1" noChangeAspect="1"/>
          </p:cNvSpPr>
          <p:nvPr>
            <p:ph type="pic" sz="quarter" idx="20" hasCustomPrompt="1"/>
          </p:nvPr>
        </p:nvSpPr>
        <p:spPr bwMode="ltGray">
          <a:xfrm>
            <a:off x="7840663" y="2286000"/>
            <a:ext cx="2313432" cy="2313432"/>
          </a:xfrm>
          <a:prstGeom prst="ellipse">
            <a:avLst/>
          </a:prstGeom>
          <a:solidFill>
            <a:schemeClr val="bg2"/>
          </a:solid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lang="en-US" sz="800" b="0" i="0" kern="1200" spc="0" baseline="0" dirty="0">
                <a:solidFill>
                  <a:schemeClr val="tx1"/>
                </a:solidFill>
                <a:latin typeface="+mn-lt"/>
                <a:ea typeface="+mn-ea"/>
                <a:cs typeface="Segoe Sans Small" pitchFamily="2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to insert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9ED5A27F-D9D2-4DCB-8422-4694477ECA8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840663" y="4800600"/>
            <a:ext cx="2313432" cy="55399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lang="en-US" sz="1800" b="0" i="0" kern="1200" spc="0" baseline="0" dirty="0">
                <a:solidFill>
                  <a:schemeClr val="tx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</a:lstStyle>
          <a:p>
            <a:pPr marL="0" marR="0" lvl="0" indent="0" algn="ctr" defTabSz="932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</a:pPr>
            <a:r>
              <a:rPr lang="en-US"/>
              <a:t>Click to edit Master text styles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D6AFB7A-35B4-4881-AB50-D112482166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 b="0" i="0">
                <a:solidFill>
                  <a:srgbClr val="A3A3A3"/>
                </a:solidFill>
                <a:latin typeface="Segoe UI" panose="020B0502040204020203" pitchFamily="34" charset="0"/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6123621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720">
          <p15:clr>
            <a:srgbClr val="5ACBF0"/>
          </p15:clr>
        </p15:guide>
        <p15:guide id="2" orient="horz" pos="3024">
          <p15:clr>
            <a:srgbClr val="5ACBF0"/>
          </p15:clr>
        </p15:guide>
        <p15:guide id="3" pos="3840">
          <p15:clr>
            <a:srgbClr val="5ACBF0"/>
          </p15:clr>
        </p15:guide>
        <p15:guide id="4" pos="1283">
          <p15:clr>
            <a:srgbClr val="5ACBF0"/>
          </p15:clr>
        </p15:guide>
        <p15:guide id="5" pos="5666">
          <p15:clr>
            <a:srgbClr val="5ACBF0"/>
          </p15:clr>
        </p15:guide>
        <p15:guide id="6" pos="2741">
          <p15:clr>
            <a:srgbClr val="5ACBF0"/>
          </p15:clr>
        </p15:guide>
        <p15:guide id="7" pos="2012">
          <p15:clr>
            <a:srgbClr val="5ACBF0"/>
          </p15:clr>
        </p15:guide>
        <p15:guide id="8" pos="3109">
          <p15:clr>
            <a:srgbClr val="5ACBF0"/>
          </p15:clr>
        </p15:guide>
        <p15:guide id="9" pos="4570">
          <p15:clr>
            <a:srgbClr val="5ACBF0"/>
          </p15:clr>
        </p15:guide>
        <p15:guide id="11" pos="6397">
          <p15:clr>
            <a:srgbClr val="5ACBF0"/>
          </p15:clr>
        </p15:guide>
        <p15:guide id="12" orient="horz" pos="1440">
          <p15:clr>
            <a:srgbClr val="5ACBF0"/>
          </p15:clr>
        </p15:guide>
        <p15:guide id="13" pos="4938">
          <p15:clr>
            <a:srgbClr val="5ACBF0"/>
          </p15:clr>
        </p15:guide>
        <p15:guide id="14" orient="horz" pos="2894">
          <p15:clr>
            <a:srgbClr val="5ACBF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ur Round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33D211-079C-4884-AB74-BFA812A63F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3007"/>
            <a:ext cx="11018520" cy="1115568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6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5757E314-6417-4051-A2CD-D3614CAA6A78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 bwMode="ltGray">
          <a:xfrm>
            <a:off x="584200" y="2286000"/>
            <a:ext cx="2313432" cy="2313432"/>
          </a:xfrm>
          <a:prstGeom prst="ellipse">
            <a:avLst/>
          </a:prstGeom>
          <a:solidFill>
            <a:schemeClr val="bg2"/>
          </a:solid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lang="en-US" sz="800" b="0" i="0" kern="1200" spc="0" baseline="0" dirty="0">
                <a:solidFill>
                  <a:schemeClr val="tx1"/>
                </a:solidFill>
                <a:latin typeface="+mn-lt"/>
                <a:ea typeface="+mn-ea"/>
                <a:cs typeface="Segoe Sans Small" pitchFamily="2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5BBECFAF-80A0-4620-8865-87562DFB497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200" y="4800600"/>
            <a:ext cx="2313432" cy="55399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 b="0" i="0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5577FC3-49F5-4B04-AFD3-AA0A57BA8355}"/>
              </a:ext>
            </a:extLst>
          </p:cNvPr>
          <p:cNvSpPr>
            <a:spLocks noGrp="1" noChangeAspect="1"/>
          </p:cNvSpPr>
          <p:nvPr>
            <p:ph type="pic" sz="quarter" idx="19" hasCustomPrompt="1"/>
          </p:nvPr>
        </p:nvSpPr>
        <p:spPr bwMode="ltGray">
          <a:xfrm>
            <a:off x="3487250" y="2286000"/>
            <a:ext cx="2313432" cy="2313432"/>
          </a:xfrm>
          <a:prstGeom prst="ellipse">
            <a:avLst/>
          </a:prstGeom>
          <a:solidFill>
            <a:schemeClr val="bg2"/>
          </a:solid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lang="en-US" sz="800" b="0" i="0" kern="1200" spc="0" baseline="0" dirty="0">
                <a:solidFill>
                  <a:schemeClr val="tx1"/>
                </a:solidFill>
                <a:latin typeface="+mn-lt"/>
                <a:ea typeface="+mn-ea"/>
                <a:cs typeface="Segoe Sans Small" pitchFamily="2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to insert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8AD287B4-D736-4707-854D-BEA62EF2BBC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487250" y="4800600"/>
            <a:ext cx="2313432" cy="55399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lang="en-US" sz="1800" b="0" i="0" kern="1200" spc="0" baseline="0" dirty="0">
                <a:solidFill>
                  <a:schemeClr val="tx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</a:lstStyle>
          <a:p>
            <a:pPr marL="0" marR="0" lvl="0" indent="0" algn="ctr" defTabSz="932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</a:pPr>
            <a:r>
              <a:rPr lang="en-US"/>
              <a:t>Click to edit Master text styles</a:t>
            </a:r>
          </a:p>
        </p:txBody>
      </p:sp>
      <p:sp>
        <p:nvSpPr>
          <p:cNvPr id="18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9B56ECFD-6AA2-4EC5-A445-D1E0952199EC}"/>
              </a:ext>
            </a:extLst>
          </p:cNvPr>
          <p:cNvSpPr>
            <a:spLocks noGrp="1" noChangeAspect="1"/>
          </p:cNvSpPr>
          <p:nvPr>
            <p:ph type="pic" sz="quarter" idx="20" hasCustomPrompt="1"/>
          </p:nvPr>
        </p:nvSpPr>
        <p:spPr bwMode="ltGray">
          <a:xfrm>
            <a:off x="6390300" y="2286000"/>
            <a:ext cx="2313432" cy="2313432"/>
          </a:xfrm>
          <a:prstGeom prst="ellipse">
            <a:avLst/>
          </a:prstGeom>
          <a:solidFill>
            <a:schemeClr val="bg2"/>
          </a:solid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lang="en-US" sz="800" b="0" i="0" kern="1200" spc="0" baseline="0" dirty="0">
                <a:solidFill>
                  <a:schemeClr val="tx1"/>
                </a:solidFill>
                <a:latin typeface="+mn-lt"/>
                <a:ea typeface="+mn-ea"/>
                <a:cs typeface="Segoe Sans Small" pitchFamily="2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to insert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9ED5A27F-D9D2-4DCB-8422-4694477ECA8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390300" y="4800600"/>
            <a:ext cx="2313432" cy="55399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lang="en-US" sz="1800" b="0" i="0" kern="1200" spc="0" baseline="0" dirty="0">
                <a:solidFill>
                  <a:schemeClr val="tx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</a:lstStyle>
          <a:p>
            <a:pPr marL="0" marR="0" lvl="0" indent="0" algn="ctr" defTabSz="932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</a:pPr>
            <a:r>
              <a:rPr lang="en-US"/>
              <a:t>Click to edit Master text styles</a:t>
            </a:r>
          </a:p>
        </p:txBody>
      </p:sp>
      <p:sp>
        <p:nvSpPr>
          <p:cNvPr id="1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78E1D3B-7D6F-4EFD-9EB2-E1A27309D6AF}"/>
              </a:ext>
            </a:extLst>
          </p:cNvPr>
          <p:cNvSpPr>
            <a:spLocks noGrp="1" noChangeAspect="1"/>
          </p:cNvSpPr>
          <p:nvPr>
            <p:ph type="pic" sz="quarter" idx="21" hasCustomPrompt="1"/>
          </p:nvPr>
        </p:nvSpPr>
        <p:spPr bwMode="ltGray">
          <a:xfrm>
            <a:off x="9293351" y="2286000"/>
            <a:ext cx="2313432" cy="2313432"/>
          </a:xfrm>
          <a:prstGeom prst="ellipse">
            <a:avLst/>
          </a:prstGeom>
          <a:solidFill>
            <a:schemeClr val="bg2"/>
          </a:solid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lang="en-US" sz="800" b="0" i="0" kern="1200" spc="0" baseline="0" dirty="0">
                <a:solidFill>
                  <a:schemeClr val="tx1"/>
                </a:solidFill>
                <a:latin typeface="+mn-lt"/>
                <a:ea typeface="+mn-ea"/>
                <a:cs typeface="Segoe Sans Small" pitchFamily="2" charset="0"/>
              </a:defRPr>
            </a:lvl1pPr>
          </a:lstStyle>
          <a:p>
            <a:r>
              <a:rPr lang="en-US"/>
              <a:t>Drag &amp; drop your photo here </a:t>
            </a:r>
          </a:p>
          <a:p>
            <a:r>
              <a:rPr lang="en-US"/>
              <a:t>or click or tap icon below to insert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3BB2FF62-05DC-462E-808C-4DDE1C65392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293351" y="4800600"/>
            <a:ext cx="2313432" cy="55399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lang="en-US" sz="1800" b="0" i="0" kern="1200" spc="0" baseline="0" dirty="0">
                <a:solidFill>
                  <a:schemeClr val="tx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</a:lstStyle>
          <a:p>
            <a:pPr marL="0" marR="0" lvl="0" indent="0" algn="ctr" defTabSz="932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</a:pPr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7A72D6D-004C-4F57-AD34-F1019A7560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 b="0" i="0">
                <a:solidFill>
                  <a:srgbClr val="A3A3A3"/>
                </a:solidFill>
                <a:latin typeface="Segoe UI" panose="020B0502040204020203" pitchFamily="34" charset="0"/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178389390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720">
          <p15:clr>
            <a:srgbClr val="5ACBF0"/>
          </p15:clr>
        </p15:guide>
        <p15:guide id="2" orient="horz" pos="3024">
          <p15:clr>
            <a:srgbClr val="5ACBF0"/>
          </p15:clr>
        </p15:guide>
        <p15:guide id="3" pos="4025">
          <p15:clr>
            <a:srgbClr val="5ACBF0"/>
          </p15:clr>
        </p15:guide>
        <p15:guide id="5" pos="5854">
          <p15:clr>
            <a:srgbClr val="5ACBF0"/>
          </p15:clr>
        </p15:guide>
        <p15:guide id="7" pos="3654">
          <p15:clr>
            <a:srgbClr val="5ACBF0"/>
          </p15:clr>
        </p15:guide>
        <p15:guide id="8" pos="2195">
          <p15:clr>
            <a:srgbClr val="5ACBF0"/>
          </p15:clr>
        </p15:guide>
        <p15:guide id="10" pos="2926">
          <p15:clr>
            <a:srgbClr val="5ACBF0"/>
          </p15:clr>
        </p15:guide>
        <p15:guide id="11" pos="4756">
          <p15:clr>
            <a:srgbClr val="5ACBF0"/>
          </p15:clr>
        </p15:guide>
        <p15:guide id="12" pos="6581">
          <p15:clr>
            <a:srgbClr val="5ACBF0"/>
          </p15:clr>
        </p15:guide>
        <p15:guide id="13" pos="1097">
          <p15:clr>
            <a:srgbClr val="5ACBF0"/>
          </p15:clr>
        </p15:guide>
        <p15:guide id="14" orient="horz" pos="1440">
          <p15:clr>
            <a:srgbClr val="5ACBF0"/>
          </p15:clr>
        </p15:guide>
        <p15:guide id="15" pos="1826">
          <p15:clr>
            <a:srgbClr val="5ACBF0"/>
          </p15:clr>
        </p15:guide>
        <p15:guide id="18" pos="5483">
          <p15:clr>
            <a:srgbClr val="5ACBF0"/>
          </p15:clr>
        </p15:guide>
        <p15:guide id="19" orient="horz" pos="2898">
          <p15:clr>
            <a:srgbClr val="5ACBF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ive Round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33D211-079C-4884-AB74-BFA812A63F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3007"/>
            <a:ext cx="11018520" cy="1115568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6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5757E314-6417-4051-A2CD-D3614CAA6A78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 bwMode="ltGray">
          <a:xfrm>
            <a:off x="584200" y="2286000"/>
            <a:ext cx="1737360" cy="1737360"/>
          </a:xfrm>
          <a:prstGeom prst="ellipse">
            <a:avLst/>
          </a:prstGeom>
          <a:solidFill>
            <a:schemeClr val="bg2"/>
          </a:solid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lang="en-US" sz="600" b="0" i="0" kern="1200" spc="0" baseline="0" dirty="0">
                <a:solidFill>
                  <a:schemeClr val="tx1"/>
                </a:solidFill>
                <a:latin typeface="+mn-lt"/>
                <a:ea typeface="+mn-ea"/>
                <a:cs typeface="Segoe Sans Small" pitchFamily="2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5BBECFAF-80A0-4620-8865-87562DFB497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200" y="4235450"/>
            <a:ext cx="1737360" cy="830997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 b="0" i="0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5577FC3-49F5-4B04-AFD3-AA0A57BA8355}"/>
              </a:ext>
            </a:extLst>
          </p:cNvPr>
          <p:cNvSpPr>
            <a:spLocks noGrp="1" noChangeAspect="1"/>
          </p:cNvSpPr>
          <p:nvPr>
            <p:ph type="pic" sz="quarter" idx="19" hasCustomPrompt="1"/>
          </p:nvPr>
        </p:nvSpPr>
        <p:spPr bwMode="ltGray">
          <a:xfrm>
            <a:off x="2905506" y="2286000"/>
            <a:ext cx="1737360" cy="1737360"/>
          </a:xfrm>
          <a:prstGeom prst="ellipse">
            <a:avLst/>
          </a:prstGeom>
          <a:solidFill>
            <a:schemeClr val="bg2"/>
          </a:solid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lang="en-US" sz="600" b="0" i="0" kern="1200" spc="0" baseline="0" dirty="0">
                <a:solidFill>
                  <a:schemeClr val="tx1"/>
                </a:solidFill>
                <a:latin typeface="+mn-lt"/>
                <a:ea typeface="+mn-ea"/>
                <a:cs typeface="Segoe Sans Small" pitchFamily="2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to insert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8AD287B4-D736-4707-854D-BEA62EF2BBC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905506" y="4235450"/>
            <a:ext cx="1737360" cy="830997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lang="en-US" sz="1800" b="0" i="0" kern="1200" spc="0" baseline="0" dirty="0">
                <a:solidFill>
                  <a:schemeClr val="tx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</a:lstStyle>
          <a:p>
            <a:pPr marL="0" marR="0" lvl="0" indent="0" algn="ctr" defTabSz="932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</a:pPr>
            <a:r>
              <a:rPr lang="en-US"/>
              <a:t>Click to edit Master text styles</a:t>
            </a:r>
          </a:p>
        </p:txBody>
      </p:sp>
      <p:sp>
        <p:nvSpPr>
          <p:cNvPr id="18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9B56ECFD-6AA2-4EC5-A445-D1E0952199EC}"/>
              </a:ext>
            </a:extLst>
          </p:cNvPr>
          <p:cNvSpPr>
            <a:spLocks noGrp="1" noChangeAspect="1"/>
          </p:cNvSpPr>
          <p:nvPr>
            <p:ph type="pic" sz="quarter" idx="20" hasCustomPrompt="1"/>
          </p:nvPr>
        </p:nvSpPr>
        <p:spPr bwMode="ltGray">
          <a:xfrm>
            <a:off x="5227320" y="2286000"/>
            <a:ext cx="1737360" cy="1737360"/>
          </a:xfrm>
          <a:prstGeom prst="ellipse">
            <a:avLst/>
          </a:prstGeom>
          <a:solidFill>
            <a:schemeClr val="bg2"/>
          </a:solid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lang="en-US" sz="600" b="0" i="0" kern="1200" spc="0" baseline="0" dirty="0">
                <a:solidFill>
                  <a:schemeClr val="tx1"/>
                </a:solidFill>
                <a:latin typeface="+mn-lt"/>
                <a:ea typeface="+mn-ea"/>
                <a:cs typeface="Segoe Sans Small" pitchFamily="2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to insert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9ED5A27F-D9D2-4DCB-8422-4694477ECA8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227320" y="4235451"/>
            <a:ext cx="1737360" cy="830997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lang="en-US" sz="1800" b="0" i="0" kern="1200" spc="0" baseline="0" dirty="0">
                <a:solidFill>
                  <a:schemeClr val="tx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</a:lstStyle>
          <a:p>
            <a:pPr marL="0" marR="0" lvl="0" indent="0" algn="ctr" defTabSz="932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</a:pPr>
            <a:r>
              <a:rPr lang="en-US"/>
              <a:t>Click to edit Master text styles</a:t>
            </a:r>
          </a:p>
        </p:txBody>
      </p:sp>
      <p:sp>
        <p:nvSpPr>
          <p:cNvPr id="1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78E1D3B-7D6F-4EFD-9EB2-E1A27309D6AF}"/>
              </a:ext>
            </a:extLst>
          </p:cNvPr>
          <p:cNvSpPr>
            <a:spLocks noGrp="1" noChangeAspect="1"/>
          </p:cNvSpPr>
          <p:nvPr>
            <p:ph type="pic" sz="quarter" idx="21" hasCustomPrompt="1"/>
          </p:nvPr>
        </p:nvSpPr>
        <p:spPr bwMode="ltGray">
          <a:xfrm>
            <a:off x="7548118" y="2286000"/>
            <a:ext cx="1737360" cy="1737360"/>
          </a:xfrm>
          <a:prstGeom prst="ellipse">
            <a:avLst/>
          </a:prstGeom>
          <a:solidFill>
            <a:schemeClr val="bg2"/>
          </a:solid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lang="en-US" sz="600" b="0" i="0" kern="1200" spc="0" baseline="0" dirty="0">
                <a:solidFill>
                  <a:schemeClr val="tx1"/>
                </a:solidFill>
                <a:latin typeface="+mn-lt"/>
                <a:ea typeface="+mn-ea"/>
                <a:cs typeface="Segoe Sans Small" pitchFamily="2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to insert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3BB2FF62-05DC-462E-808C-4DDE1C65392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7548118" y="4235450"/>
            <a:ext cx="1737360" cy="830997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lang="en-US" sz="1800" b="0" i="0" kern="1200" spc="0" baseline="0" dirty="0">
                <a:solidFill>
                  <a:schemeClr val="tx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</a:lstStyle>
          <a:p>
            <a:pPr marL="0" marR="0" lvl="0" indent="0" algn="ctr" defTabSz="932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</a:pPr>
            <a:r>
              <a:rPr lang="en-US"/>
              <a:t>Click to edit Master text styles</a:t>
            </a:r>
          </a:p>
        </p:txBody>
      </p:sp>
      <p:sp>
        <p:nvSpPr>
          <p:cNvPr id="1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4DC3400-0B11-4EA0-9B8D-6FADE6964F37}"/>
              </a:ext>
            </a:extLst>
          </p:cNvPr>
          <p:cNvSpPr>
            <a:spLocks noGrp="1" noChangeAspect="1"/>
          </p:cNvSpPr>
          <p:nvPr>
            <p:ph type="pic" sz="quarter" idx="23" hasCustomPrompt="1"/>
          </p:nvPr>
        </p:nvSpPr>
        <p:spPr bwMode="ltGray">
          <a:xfrm>
            <a:off x="9869423" y="2286000"/>
            <a:ext cx="1737360" cy="1737360"/>
          </a:xfrm>
          <a:prstGeom prst="ellipse">
            <a:avLst/>
          </a:prstGeom>
          <a:solidFill>
            <a:schemeClr val="bg2"/>
          </a:solid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lang="en-US" sz="600" b="0" i="0" kern="1200" spc="0" baseline="0" dirty="0">
                <a:solidFill>
                  <a:schemeClr val="tx1"/>
                </a:solidFill>
                <a:latin typeface="+mn-lt"/>
                <a:ea typeface="+mn-ea"/>
                <a:cs typeface="Segoe Sans Small" pitchFamily="2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to insert</a:t>
            </a:r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133C357E-ECC0-485F-9033-5D4DEC8774BB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869423" y="4235450"/>
            <a:ext cx="1737360" cy="830997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lang="en-US" sz="1800" b="0" i="0" kern="1200" spc="0" baseline="0" dirty="0">
                <a:solidFill>
                  <a:schemeClr val="tx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</a:lstStyle>
          <a:p>
            <a:pPr marL="0" marR="0" lvl="0" indent="0" algn="ctr" defTabSz="932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</a:pPr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7A72D6D-004C-4F57-AD34-F1019A7560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 b="0" i="0">
                <a:solidFill>
                  <a:srgbClr val="A3A3A3"/>
                </a:solidFill>
                <a:latin typeface="Segoe UI" panose="020B0502040204020203" pitchFamily="34" charset="0"/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65728226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720">
          <p15:clr>
            <a:srgbClr val="5ACBF0"/>
          </p15:clr>
        </p15:guide>
        <p15:guide id="2" orient="horz" pos="2664">
          <p15:clr>
            <a:srgbClr val="5ACBF0"/>
          </p15:clr>
        </p15:guide>
        <p15:guide id="3" pos="6216">
          <p15:clr>
            <a:srgbClr val="5ACBF0"/>
          </p15:clr>
        </p15:guide>
        <p15:guide id="5" pos="5850">
          <p15:clr>
            <a:srgbClr val="5ACBF0"/>
          </p15:clr>
        </p15:guide>
        <p15:guide id="7" pos="4392">
          <p15:clr>
            <a:srgbClr val="5ACBF0"/>
          </p15:clr>
        </p15:guide>
        <p15:guide id="8" pos="3292">
          <p15:clr>
            <a:srgbClr val="5ACBF0"/>
          </p15:clr>
        </p15:guide>
        <p15:guide id="10" pos="2926">
          <p15:clr>
            <a:srgbClr val="5ACBF0"/>
          </p15:clr>
        </p15:guide>
        <p15:guide id="11" pos="4754">
          <p15:clr>
            <a:srgbClr val="5ACBF0"/>
          </p15:clr>
        </p15:guide>
        <p15:guide id="13" pos="1464">
          <p15:clr>
            <a:srgbClr val="5ACBF0"/>
          </p15:clr>
        </p15:guide>
        <p15:guide id="14" orient="horz" pos="1440">
          <p15:clr>
            <a:srgbClr val="5ACBF0"/>
          </p15:clr>
        </p15:guide>
        <p15:guide id="15" pos="1830">
          <p15:clr>
            <a:srgbClr val="5ACBF0"/>
          </p15:clr>
        </p15:guide>
        <p15:guide id="16" orient="horz" pos="2533">
          <p15:clr>
            <a:srgbClr val="5ACBF0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&amp; Text Side By S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E5C076-3B78-4451-8068-576892A08E9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216" y="2309811"/>
            <a:ext cx="3182027" cy="3959217"/>
          </a:xfrm>
        </p:spPr>
        <p:txBody>
          <a:bodyPr anchor="t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Title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7E9DBFD9-3E1E-4F19-AF15-56780F9C792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356100" y="2309812"/>
            <a:ext cx="7253288" cy="430887"/>
          </a:xfrm>
        </p:spPr>
        <p:txBody>
          <a:bodyPr anchor="t"/>
          <a:lstStyle>
            <a:lvl1pPr marL="231775" indent="-231775">
              <a:spcAft>
                <a:spcPts val="600"/>
              </a:spcAft>
              <a:buFont typeface="Wingdings" panose="05000000000000000000" pitchFamily="2" charset="2"/>
              <a:buChar char=""/>
              <a:defRPr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35867F2-3994-4092-B53B-5792FEE698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85216" y="2019300"/>
            <a:ext cx="3182112" cy="0"/>
          </a:xfrm>
          <a:prstGeom prst="line">
            <a:avLst/>
          </a:prstGeom>
          <a:ln w="28575">
            <a:solidFill>
              <a:schemeClr val="accent1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49D8AF80-CAD5-4055-80AD-0B31EBCB52A9}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 b="0" i="0">
                <a:solidFill>
                  <a:srgbClr val="A3A3A3"/>
                </a:solidFill>
                <a:latin typeface="Segoe UI" panose="020B0502040204020203" pitchFamily="34" charset="0"/>
              </a:rPr>
              <a:t>ELT layout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F1A9F7D-F14E-4BCE-9EB4-D9EF47B678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354523" y="2019300"/>
            <a:ext cx="7254865" cy="0"/>
          </a:xfrm>
          <a:prstGeom prst="line">
            <a:avLst/>
          </a:prstGeom>
          <a:ln w="19050">
            <a:solidFill>
              <a:schemeClr val="tx1">
                <a:alpha val="30000"/>
              </a:schemeClr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9721736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3" pos="2744">
          <p15:clr>
            <a:srgbClr val="5ACBF0"/>
          </p15:clr>
        </p15:guide>
        <p15:guide id="29" orient="horz" pos="1272">
          <p15:clr>
            <a:srgbClr val="5ACBF0"/>
          </p15:clr>
        </p15:guide>
        <p15:guide id="30" pos="2376">
          <p15:clr>
            <a:srgbClr val="5ACBF0"/>
          </p15:clr>
        </p15:guide>
        <p15:guide id="32" orient="horz" pos="1455">
          <p15:clr>
            <a:srgbClr val="5ACBF0"/>
          </p15:clr>
        </p15:guide>
      </p15:sldGuideLst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&amp; Text Side By S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E5C076-3B78-4451-8068-576892A08E9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3" y="585788"/>
            <a:ext cx="3182027" cy="5683250"/>
          </a:xfrm>
        </p:spPr>
        <p:txBody>
          <a:bodyPr anchor="ctr"/>
          <a:lstStyle>
            <a:lvl1pPr>
              <a:defRPr/>
            </a:lvl1pPr>
          </a:lstStyle>
          <a:p>
            <a:r>
              <a:rPr lang="en-US"/>
              <a:t>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015781-2431-48C9-AEF1-52FBD41AF3F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941888" y="585788"/>
            <a:ext cx="6667500" cy="5683249"/>
          </a:xfrm>
        </p:spPr>
        <p:txBody>
          <a:bodyPr anchor="ctr"/>
          <a:lstStyle>
            <a:lvl1pPr marL="231775" indent="-231775">
              <a:spcAft>
                <a:spcPts val="600"/>
              </a:spcAft>
              <a:buFont typeface="Wingdings" panose="05000000000000000000" pitchFamily="2" charset="2"/>
              <a:buChar char=""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35867F2-3994-4092-B53B-5792FEE698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4356100" y="2578100"/>
            <a:ext cx="0" cy="1701800"/>
          </a:xfrm>
          <a:prstGeom prst="line">
            <a:avLst/>
          </a:prstGeom>
          <a:ln w="28575">
            <a:solidFill>
              <a:schemeClr val="accent1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A1DC2181-37AB-40A3-B61C-1DE7DBB57D63}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 b="0" i="0">
                <a:solidFill>
                  <a:srgbClr val="A3A3A3"/>
                </a:solidFill>
                <a:latin typeface="Segoe UI" panose="020B0502040204020203" pitchFamily="34" charset="0"/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225442284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3" pos="2744">
          <p15:clr>
            <a:srgbClr val="5ACBF0"/>
          </p15:clr>
        </p15:guide>
        <p15:guide id="29" orient="horz" pos="2160">
          <p15:clr>
            <a:srgbClr val="5ACBF0"/>
          </p15:clr>
        </p15:guide>
        <p15:guide id="30" pos="2376">
          <p15:clr>
            <a:srgbClr val="5ACBF0"/>
          </p15:clr>
        </p15:guide>
        <p15:guide id="31" pos="3113">
          <p15:clr>
            <a:srgbClr val="5ACBF0"/>
          </p15:clr>
        </p15:guide>
      </p15:sldGuideLst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veloper Co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0636FE-845C-418D-82A1-1DA6DB73D7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82D46E0-16CE-40B0-8623-F82D5D4109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0" y="1436688"/>
            <a:ext cx="12192000" cy="5421312"/>
          </a:xfrm>
          <a:prstGeom prst="rect">
            <a:avLst/>
          </a:prstGeom>
          <a:solidFill>
            <a:srgbClr val="FFFFF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b="0" i="0">
              <a:solidFill>
                <a:srgbClr val="FFFFFF"/>
              </a:solidFill>
              <a:latin typeface="Segoe UI" panose="020B0502040204020203" pitchFamily="34" charset="0"/>
              <a:ea typeface="Segoe UI" pitchFamily="34" charset="0"/>
              <a:cs typeface="Segoe UI" panose="020B0502040204020203" pitchFamily="34" charset="0"/>
            </a:endParaRP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44977AB6-1D7E-4858-A2EA-BF86577C399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1436688"/>
            <a:ext cx="3788358" cy="446148"/>
          </a:xfrm>
          <a:gradFill flip="none" rotWithShape="1">
            <a:gsLst>
              <a:gs pos="0">
                <a:srgbClr val="000000"/>
              </a:gs>
              <a:gs pos="92000">
                <a:srgbClr val="000000"/>
              </a:gs>
              <a:gs pos="92000">
                <a:schemeClr val="accent1"/>
              </a:gs>
            </a:gsLst>
            <a:lin ang="16200000" scaled="1"/>
            <a:tileRect/>
          </a:gradFill>
        </p:spPr>
        <p:txBody>
          <a:bodyPr lIns="585216" tIns="91440" bIns="45720"/>
          <a:lstStyle>
            <a:lvl1pPr marL="0" indent="0">
              <a:buNone/>
              <a:defRPr sz="1999" b="0" i="0">
                <a:solidFill>
                  <a:srgbClr val="FFFFFF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enter title</a:t>
            </a:r>
          </a:p>
        </p:txBody>
      </p:sp>
      <p:sp>
        <p:nvSpPr>
          <p:cNvPr id="5" name="Text Placeholder 4" descr="This layout should only be used for developer code. The font used is a monospace font which is ideal for showing code.">
            <a:extLst>
              <a:ext uri="{FF2B5EF4-FFF2-40B4-BE49-F238E27FC236}">
                <a16:creationId xmlns:a16="http://schemas.microsoft.com/office/drawing/2014/main" id="{BA9F61CF-FF79-485A-A6C8-A1952EFD58A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8263" y="2099310"/>
            <a:ext cx="11018520" cy="369332"/>
          </a:xfrm>
        </p:spPr>
        <p:txBody>
          <a:bodyPr/>
          <a:lstStyle>
            <a:lvl1pPr marL="0" indent="0">
              <a:buNone/>
              <a:tabLst/>
              <a:defRPr sz="24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346553" indent="0">
              <a:buNone/>
              <a:tabLst>
                <a:tab pos="344488" algn="l"/>
              </a:tabLst>
              <a:defRPr sz="240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607" indent="0">
              <a:buNone/>
              <a:tabLst>
                <a:tab pos="569913" algn="l"/>
              </a:tabLst>
              <a:defRPr sz="240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563" indent="0">
              <a:buNone/>
              <a:tabLst>
                <a:tab pos="800100" algn="l"/>
              </a:tabLst>
              <a:defRPr sz="240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997" indent="0">
              <a:buNone/>
              <a:tabLst>
                <a:tab pos="1028700" algn="l"/>
              </a:tabLst>
              <a:defRPr sz="240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56848616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1" orient="horz" pos="1322">
          <p15:clr>
            <a:srgbClr val="5ACBF0"/>
          </p15:clr>
        </p15:guide>
        <p15:guide id="2" orient="horz" pos="905">
          <p15:clr>
            <a:srgbClr val="5ACBF0"/>
          </p15:clr>
        </p15:guide>
        <p15:guide id="3" orient="horz" pos="288">
          <p15:clr>
            <a:srgbClr val="5ACBF0"/>
          </p15:clr>
        </p15:guide>
      </p15:sldGuideLst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de Bottom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1845FFD-6B9A-4013-932A-5E4D7E849D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7B17F8BB-3610-1A4F-9E76-B12E706A551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86390" y="1230681"/>
            <a:ext cx="11018520" cy="369332"/>
          </a:xfrm>
        </p:spPr>
        <p:txBody>
          <a:bodyPr wrap="square">
            <a:spAutoFit/>
          </a:bodyPr>
          <a:lstStyle>
            <a:lvl1pPr marL="0" indent="0">
              <a:spcBef>
                <a:spcPts val="600"/>
              </a:spcBef>
              <a:spcAft>
                <a:spcPts val="0"/>
              </a:spcAft>
              <a:buNone/>
              <a:defRPr sz="2400" b="0" i="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  <a:lvl2pPr marL="228531" indent="0">
              <a:buNone/>
              <a:defRPr sz="2400">
                <a:solidFill>
                  <a:srgbClr val="2F2F2F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 marL="457063" indent="0">
              <a:buNone/>
              <a:defRPr/>
            </a:lvl3pPr>
            <a:lvl4pPr marL="685594" indent="0">
              <a:buNone/>
              <a:defRPr/>
            </a:lvl4pPr>
            <a:lvl5pPr marL="914126" indent="0">
              <a:buNone/>
              <a:defRPr/>
            </a:lvl5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1EBE70E-6A93-4EB4-A189-6F9DE42CEE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0" y="2827138"/>
            <a:ext cx="12192000" cy="4030862"/>
          </a:xfrm>
          <a:prstGeom prst="rect">
            <a:avLst/>
          </a:prstGeom>
          <a:solidFill>
            <a:srgbClr val="FFFFF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b="0" i="0">
              <a:solidFill>
                <a:srgbClr val="FFFFFF"/>
              </a:solidFill>
              <a:latin typeface="Segoe UI" panose="020B0502040204020203" pitchFamily="34" charset="0"/>
              <a:ea typeface="Segoe UI" pitchFamily="34" charset="0"/>
              <a:cs typeface="Segoe UI" panose="020B0502040204020203" pitchFamily="34" charset="0"/>
            </a:endParaRPr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0E9A2E28-037B-FA4D-ADDC-1AFA11D65CB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2827138"/>
            <a:ext cx="3788358" cy="446148"/>
          </a:xfrm>
          <a:gradFill flip="none" rotWithShape="1">
            <a:gsLst>
              <a:gs pos="0">
                <a:srgbClr val="000000"/>
              </a:gs>
              <a:gs pos="92000">
                <a:srgbClr val="000000"/>
              </a:gs>
              <a:gs pos="92000">
                <a:schemeClr val="accent1"/>
              </a:gs>
            </a:gsLst>
            <a:lin ang="16200000" scaled="1"/>
            <a:tileRect/>
          </a:gradFill>
        </p:spPr>
        <p:txBody>
          <a:bodyPr lIns="585216" tIns="91440" bIns="45720"/>
          <a:lstStyle>
            <a:lvl1pPr marL="0" indent="0">
              <a:buNone/>
              <a:defRPr lang="en-US" sz="1999" b="0" i="0" kern="1200" spc="0" baseline="0" dirty="0">
                <a:solidFill>
                  <a:srgbClr val="FFFFFF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</a:lstStyle>
          <a:p>
            <a:pPr marL="0" marR="0" lvl="0" indent="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</a:pPr>
            <a:r>
              <a:rPr lang="en-US"/>
              <a:t>Click to enter title</a:t>
            </a:r>
          </a:p>
        </p:txBody>
      </p:sp>
      <p:sp>
        <p:nvSpPr>
          <p:cNvPr id="13" name="Text Placeholder 4" descr="This layout should only be used for developer code. The font used is a monospace font which is ideal for showing code.">
            <a:extLst>
              <a:ext uri="{FF2B5EF4-FFF2-40B4-BE49-F238E27FC236}">
                <a16:creationId xmlns:a16="http://schemas.microsoft.com/office/drawing/2014/main" id="{47501FD0-A948-CC48-8B11-3BD4F2AE4E8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6389" y="3491219"/>
            <a:ext cx="11018520" cy="369332"/>
          </a:xfrm>
        </p:spPr>
        <p:txBody>
          <a:bodyPr/>
          <a:lstStyle>
            <a:lvl1pPr marL="0" indent="0">
              <a:buNone/>
              <a:tabLst/>
              <a:defRPr sz="24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346449" indent="0">
              <a:buNone/>
              <a:defRPr sz="23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432" indent="0">
              <a:buNone/>
              <a:defRPr sz="19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319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682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/>
              <a:t>Click to edit or paste code</a:t>
            </a:r>
          </a:p>
        </p:txBody>
      </p:sp>
    </p:spTree>
    <p:extLst>
      <p:ext uri="{BB962C8B-B14F-4D97-AF65-F5344CB8AC3E}">
        <p14:creationId xmlns:p14="http://schemas.microsoft.com/office/powerpoint/2010/main" val="365763921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4" orient="horz" pos="1776">
          <p15:clr>
            <a:srgbClr val="5ACBF0"/>
          </p15:clr>
        </p15:guide>
        <p15:guide id="5" orient="horz" pos="2197">
          <p15:clr>
            <a:srgbClr val="5ACBF0"/>
          </p15:clr>
        </p15:guide>
        <p15:guide id="6" orient="horz" pos="773">
          <p15:clr>
            <a:srgbClr val="5ACBF0"/>
          </p15:clr>
        </p15:guide>
      </p15:sldGuideLst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de Top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1EBE70E-6A93-4EB4-A189-6F9DE42CEE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0" y="0"/>
            <a:ext cx="12192000" cy="4030862"/>
          </a:xfrm>
          <a:prstGeom prst="rect">
            <a:avLst/>
          </a:prstGeom>
          <a:solidFill>
            <a:srgbClr val="FFFFF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b="0" i="0">
              <a:solidFill>
                <a:srgbClr val="FFFFFF"/>
              </a:solidFill>
              <a:latin typeface="Segoe UI" panose="020B0502040204020203" pitchFamily="34" charset="0"/>
              <a:ea typeface="Segoe UI" pitchFamily="34" charset="0"/>
              <a:cs typeface="Segoe UI" panose="020B0502040204020203" pitchFamily="34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1845FFD-6B9A-4013-932A-5E4D7E849D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224580"/>
            <a:ext cx="11018520" cy="492443"/>
          </a:xfrm>
        </p:spPr>
        <p:txBody>
          <a:bodyPr/>
          <a:lstStyle>
            <a:lvl1pPr>
              <a:defRPr sz="320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0E9A2E28-037B-FA4D-ADDC-1AFA11D65CB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0"/>
            <a:ext cx="3788358" cy="446148"/>
          </a:xfrm>
          <a:gradFill flip="none" rotWithShape="1">
            <a:gsLst>
              <a:gs pos="0">
                <a:srgbClr val="000000"/>
              </a:gs>
              <a:gs pos="92000">
                <a:srgbClr val="000000"/>
              </a:gs>
              <a:gs pos="92000">
                <a:schemeClr val="accent1"/>
              </a:gs>
            </a:gsLst>
            <a:lin ang="16200000" scaled="1"/>
            <a:tileRect/>
          </a:gradFill>
        </p:spPr>
        <p:txBody>
          <a:bodyPr lIns="585216" tIns="91440" bIns="45720"/>
          <a:lstStyle>
            <a:lvl1pPr marL="0" indent="0">
              <a:buNone/>
              <a:defRPr lang="en-US" sz="1999" b="0" i="0" kern="1200" spc="0" baseline="0" dirty="0">
                <a:solidFill>
                  <a:srgbClr val="FFFFFF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</a:lstStyle>
          <a:p>
            <a:pPr marL="0" marR="0" lvl="0" indent="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</a:pPr>
            <a:r>
              <a:rPr lang="en-US"/>
              <a:t>Click to enter title</a:t>
            </a:r>
          </a:p>
        </p:txBody>
      </p:sp>
      <p:sp>
        <p:nvSpPr>
          <p:cNvPr id="13" name="Text Placeholder 4" descr="This layout should only be used for developer code. The font used is a monospace font which is ideal for showing code.">
            <a:extLst>
              <a:ext uri="{FF2B5EF4-FFF2-40B4-BE49-F238E27FC236}">
                <a16:creationId xmlns:a16="http://schemas.microsoft.com/office/drawing/2014/main" id="{47501FD0-A948-CC48-8B11-3BD4F2AE4E8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6389" y="660508"/>
            <a:ext cx="11018520" cy="369332"/>
          </a:xfrm>
        </p:spPr>
        <p:txBody>
          <a:bodyPr/>
          <a:lstStyle>
            <a:lvl1pPr marL="0" indent="0">
              <a:buNone/>
              <a:tabLst/>
              <a:defRPr sz="24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346449" indent="0">
              <a:buNone/>
              <a:defRPr sz="23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432" indent="0">
              <a:buNone/>
              <a:defRPr sz="19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319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682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/>
              <a:t>Click to edit or paste code</a:t>
            </a:r>
          </a:p>
        </p:txBody>
      </p:sp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7B17F8BB-3610-1A4F-9E76-B12E706A551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91152" y="4996505"/>
            <a:ext cx="11018520" cy="369332"/>
          </a:xfrm>
        </p:spPr>
        <p:txBody>
          <a:bodyPr wrap="square">
            <a:spAutoFit/>
          </a:bodyPr>
          <a:lstStyle>
            <a:lvl1pPr marL="0" indent="0">
              <a:spcBef>
                <a:spcPts val="600"/>
              </a:spcBef>
              <a:spcAft>
                <a:spcPts val="0"/>
              </a:spcAft>
              <a:buNone/>
              <a:defRPr sz="2400" b="0" i="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  <a:lvl2pPr marL="228531" indent="0">
              <a:buNone/>
              <a:defRPr sz="2400">
                <a:solidFill>
                  <a:srgbClr val="2F2F2F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 marL="457063" indent="0">
              <a:buNone/>
              <a:defRPr/>
            </a:lvl3pPr>
            <a:lvl4pPr marL="685594" indent="0">
              <a:buNone/>
              <a:defRPr/>
            </a:lvl4pPr>
            <a:lvl5pPr marL="914126" indent="0">
              <a:buNone/>
              <a:defRPr/>
            </a:lvl5pPr>
          </a:lstStyle>
          <a:p>
            <a:pPr lvl="0"/>
            <a:r>
              <a:rPr lang="en-US"/>
              <a:t>Click to edit text</a:t>
            </a:r>
          </a:p>
        </p:txBody>
      </p:sp>
    </p:spTree>
    <p:extLst>
      <p:ext uri="{BB962C8B-B14F-4D97-AF65-F5344CB8AC3E}">
        <p14:creationId xmlns:p14="http://schemas.microsoft.com/office/powerpoint/2010/main" val="69285922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4" orient="horz" pos="2661">
          <p15:clr>
            <a:srgbClr val="5ACBF0"/>
          </p15:clr>
        </p15:guide>
        <p15:guide id="5" orient="horz" pos="3147">
          <p15:clr>
            <a:srgbClr val="5ACBF0"/>
          </p15:clr>
        </p15:guide>
        <p15:guide id="6" orient="horz" pos="419">
          <p15:clr>
            <a:srgbClr val="5ACBF0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de Right S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82BB27-7DA5-4478-8C18-C1FFEE20AAC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3" y="457200"/>
            <a:ext cx="4040887" cy="492443"/>
          </a:xfrm>
        </p:spPr>
        <p:txBody>
          <a:bodyPr/>
          <a:lstStyle>
            <a:lvl1pPr>
              <a:defRPr sz="32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2BB818A5-4223-0847-B6E2-655C7DC7B6B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88965" y="1338139"/>
            <a:ext cx="4040185" cy="369332"/>
          </a:xfr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  <a:defRPr sz="2400" b="0" i="0" baseline="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  <a:lvl2pPr marL="0" indent="0">
              <a:lnSpc>
                <a:spcPct val="100000"/>
              </a:lnSpc>
              <a:spcBef>
                <a:spcPts val="60"/>
              </a:spcBef>
              <a:spcAft>
                <a:spcPts val="60"/>
              </a:spcAft>
              <a:buNone/>
              <a:defRPr sz="2400" b="0" i="0">
                <a:solidFill>
                  <a:srgbClr val="2F2F2F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 marL="457063" indent="0">
              <a:buNone/>
              <a:defRPr/>
            </a:lvl3pPr>
            <a:lvl4pPr marL="685594" indent="0">
              <a:buNone/>
              <a:defRPr/>
            </a:lvl4pPr>
            <a:lvl5pPr marL="914126" indent="0">
              <a:buNone/>
              <a:defRPr/>
            </a:lvl5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316165A-5926-4F59-B348-996936FBB5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5205984" y="0"/>
            <a:ext cx="6986016" cy="6858000"/>
          </a:xfrm>
          <a:prstGeom prst="rect">
            <a:avLst/>
          </a:prstGeom>
          <a:solidFill>
            <a:srgbClr val="FFFFF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b="0" i="0">
              <a:solidFill>
                <a:srgbClr val="FFFFFF"/>
              </a:solidFill>
              <a:latin typeface="Segoe UI" panose="020B0502040204020203" pitchFamily="34" charset="0"/>
              <a:ea typeface="Segoe UI" pitchFamily="34" charset="0"/>
              <a:cs typeface="Segoe UI" panose="020B0502040204020203" pitchFamily="34" charset="0"/>
            </a:endParaRPr>
          </a:p>
        </p:txBody>
      </p:sp>
      <p:sp>
        <p:nvSpPr>
          <p:cNvPr id="19" name="Text Placeholder 14">
            <a:extLst>
              <a:ext uri="{FF2B5EF4-FFF2-40B4-BE49-F238E27FC236}">
                <a16:creationId xmlns:a16="http://schemas.microsoft.com/office/drawing/2014/main" id="{0D599919-A8E3-4D2B-86CF-50C6704F17D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211763" y="0"/>
            <a:ext cx="3788358" cy="492314"/>
          </a:xfrm>
          <a:gradFill flip="none" rotWithShape="1">
            <a:gsLst>
              <a:gs pos="0">
                <a:srgbClr val="000000"/>
              </a:gs>
              <a:gs pos="99000">
                <a:srgbClr val="000000"/>
              </a:gs>
              <a:gs pos="99000">
                <a:schemeClr val="accent1"/>
              </a:gs>
            </a:gsLst>
            <a:lin ang="10800000" scaled="1"/>
            <a:tileRect/>
          </a:gradFill>
        </p:spPr>
        <p:txBody>
          <a:bodyPr lIns="585216" tIns="91440" bIns="91440"/>
          <a:lstStyle>
            <a:lvl1pPr marL="0" indent="0">
              <a:buNone/>
              <a:defRPr lang="en-US" sz="1999" b="0" i="0" kern="1200" spc="0" baseline="0" dirty="0">
                <a:solidFill>
                  <a:srgbClr val="FFFFFF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</a:lstStyle>
          <a:p>
            <a:pPr marL="0" marR="0" lvl="0" indent="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</a:pPr>
            <a:r>
              <a:rPr lang="en-US"/>
              <a:t>Click to enter title</a:t>
            </a:r>
          </a:p>
        </p:txBody>
      </p:sp>
      <p:sp>
        <p:nvSpPr>
          <p:cNvPr id="13" name="Text Placeholder 4" descr="This layout should only be used for developer code. The font used is a monospace font which is ideal for showing code.">
            <a:extLst>
              <a:ext uri="{FF2B5EF4-FFF2-40B4-BE49-F238E27FC236}">
                <a16:creationId xmlns:a16="http://schemas.microsoft.com/office/drawing/2014/main" id="{47501FD0-A948-CC48-8B11-3BD4F2AE4E8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00725" y="709187"/>
            <a:ext cx="5801961" cy="369332"/>
          </a:xfrm>
        </p:spPr>
        <p:txBody>
          <a:bodyPr/>
          <a:lstStyle>
            <a:lvl1pPr marL="0" indent="0">
              <a:buNone/>
              <a:tabLst/>
              <a:defRPr sz="2400">
                <a:solidFill>
                  <a:srgbClr val="2F2F2F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346449" indent="0">
              <a:buNone/>
              <a:defRPr sz="23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432" indent="0">
              <a:buNone/>
              <a:defRPr sz="19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319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682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/>
              <a:t>Click to edit or paste code</a:t>
            </a:r>
          </a:p>
        </p:txBody>
      </p:sp>
    </p:spTree>
    <p:extLst>
      <p:ext uri="{BB962C8B-B14F-4D97-AF65-F5344CB8AC3E}">
        <p14:creationId xmlns:p14="http://schemas.microsoft.com/office/powerpoint/2010/main" val="185784024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445">
          <p15:clr>
            <a:srgbClr val="5ACBF0"/>
          </p15:clr>
        </p15:guide>
        <p15:guide id="4" orient="horz" pos="843">
          <p15:clr>
            <a:srgbClr val="5ACBF0"/>
          </p15:clr>
        </p15:guide>
        <p15:guide id="7" pos="3283">
          <p15:clr>
            <a:srgbClr val="5ACBF0"/>
          </p15:clr>
        </p15:guide>
        <p15:guide id="8" pos="3654">
          <p15:clr>
            <a:srgbClr val="5ACBF0"/>
          </p15:clr>
        </p15:guide>
        <p15:guide id="9" pos="2916">
          <p15:clr>
            <a:srgbClr val="5ACBF0"/>
          </p15:clr>
        </p15:guide>
      </p15:sldGuideLst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de Left S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316165A-5926-4F59-B348-996936FBB5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2" y="0"/>
            <a:ext cx="6986016" cy="6858000"/>
          </a:xfrm>
          <a:prstGeom prst="rect">
            <a:avLst/>
          </a:prstGeom>
          <a:solidFill>
            <a:srgbClr val="FFFFF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b="0" i="0">
              <a:solidFill>
                <a:srgbClr val="FFFFFF"/>
              </a:solidFill>
              <a:latin typeface="Segoe UI" panose="020B0502040204020203" pitchFamily="34" charset="0"/>
              <a:ea typeface="Segoe UI" pitchFamily="34" charset="0"/>
              <a:cs typeface="Segoe UI" panose="020B0502040204020203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BB14A7D-C409-4A7C-9D82-A2E5DBB8AB7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575549" y="457200"/>
            <a:ext cx="4031233" cy="492443"/>
          </a:xfrm>
        </p:spPr>
        <p:txBody>
          <a:bodyPr/>
          <a:lstStyle>
            <a:lvl1pPr>
              <a:defRPr sz="32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19" name="Text Placeholder 14">
            <a:extLst>
              <a:ext uri="{FF2B5EF4-FFF2-40B4-BE49-F238E27FC236}">
                <a16:creationId xmlns:a16="http://schemas.microsoft.com/office/drawing/2014/main" id="{0D599919-A8E3-4D2B-86CF-50C6704F17D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-1" y="0"/>
            <a:ext cx="3788358" cy="492314"/>
          </a:xfrm>
          <a:gradFill flip="none" rotWithShape="1">
            <a:gsLst>
              <a:gs pos="0">
                <a:srgbClr val="000000"/>
              </a:gs>
              <a:gs pos="99000">
                <a:srgbClr val="000000"/>
              </a:gs>
              <a:gs pos="99000">
                <a:schemeClr val="accent1"/>
              </a:gs>
            </a:gsLst>
            <a:lin ang="10800000" scaled="1"/>
            <a:tileRect/>
          </a:gradFill>
        </p:spPr>
        <p:txBody>
          <a:bodyPr lIns="585216" tIns="91440" bIns="91440"/>
          <a:lstStyle>
            <a:lvl1pPr marL="0" indent="0">
              <a:buNone/>
              <a:defRPr lang="en-US" sz="1999" b="0" i="0" kern="1200" spc="0" baseline="0" dirty="0">
                <a:solidFill>
                  <a:srgbClr val="FFFFFF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</a:lstStyle>
          <a:p>
            <a:pPr marL="0" marR="0" lvl="0" indent="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</a:pPr>
            <a:r>
              <a:rPr lang="en-US"/>
              <a:t>Click to enter title</a:t>
            </a:r>
          </a:p>
        </p:txBody>
      </p:sp>
      <p:sp>
        <p:nvSpPr>
          <p:cNvPr id="13" name="Text Placeholder 4" descr="This layout should only be used for developer code. The font used is a monospace font which is ideal for showing code.">
            <a:extLst>
              <a:ext uri="{FF2B5EF4-FFF2-40B4-BE49-F238E27FC236}">
                <a16:creationId xmlns:a16="http://schemas.microsoft.com/office/drawing/2014/main" id="{47501FD0-A948-CC48-8B11-3BD4F2AE4E8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4199" y="706011"/>
            <a:ext cx="5819775" cy="369332"/>
          </a:xfrm>
        </p:spPr>
        <p:txBody>
          <a:bodyPr/>
          <a:lstStyle>
            <a:lvl1pPr marL="0" indent="0">
              <a:buNone/>
              <a:defRPr sz="2400">
                <a:solidFill>
                  <a:srgbClr val="2F2F2F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346449" indent="0">
              <a:buNone/>
              <a:defRPr sz="23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432" indent="0">
              <a:buNone/>
              <a:defRPr sz="19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319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682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/>
              <a:t>Click to edit or paste code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2BB818A5-4223-0847-B6E2-655C7DC7B6B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75550" y="1336675"/>
            <a:ext cx="4033838" cy="369332"/>
          </a:xfr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  <a:defRPr sz="2400" b="0" i="0" baseline="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  <a:lvl2pPr marL="0" indent="0">
              <a:lnSpc>
                <a:spcPct val="100000"/>
              </a:lnSpc>
              <a:spcBef>
                <a:spcPts val="60"/>
              </a:spcBef>
              <a:spcAft>
                <a:spcPts val="60"/>
              </a:spcAft>
              <a:buNone/>
              <a:defRPr sz="2400" b="0" i="0">
                <a:solidFill>
                  <a:srgbClr val="2F2F2F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 marL="457063" indent="0">
              <a:buNone/>
              <a:defRPr/>
            </a:lvl3pPr>
            <a:lvl4pPr marL="685594" indent="0">
              <a:buNone/>
              <a:defRPr/>
            </a:lvl4pPr>
            <a:lvl5pPr marL="914126" indent="0">
              <a:buNone/>
              <a:defRPr/>
            </a:lvl5pPr>
          </a:lstStyle>
          <a:p>
            <a:pPr lvl="0"/>
            <a:r>
              <a:rPr lang="en-US"/>
              <a:t>Click to edit text</a:t>
            </a:r>
          </a:p>
        </p:txBody>
      </p:sp>
    </p:spTree>
    <p:extLst>
      <p:ext uri="{BB962C8B-B14F-4D97-AF65-F5344CB8AC3E}">
        <p14:creationId xmlns:p14="http://schemas.microsoft.com/office/powerpoint/2010/main" val="398641691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436">
          <p15:clr>
            <a:srgbClr val="5ACBF0"/>
          </p15:clr>
        </p15:guide>
        <p15:guide id="4" orient="horz" pos="839">
          <p15:clr>
            <a:srgbClr val="5ACBF0"/>
          </p15:clr>
        </p15:guide>
        <p15:guide id="6" pos="4402">
          <p15:clr>
            <a:srgbClr val="5ACBF0"/>
          </p15:clr>
        </p15:guide>
        <p15:guide id="7" pos="4034">
          <p15:clr>
            <a:srgbClr val="5ACBF0"/>
          </p15:clr>
        </p15:guide>
        <p15:guide id="8" pos="4772">
          <p15:clr>
            <a:srgbClr val="5ACBF0"/>
          </p15:clr>
        </p15:guide>
      </p15:sldGuideLst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Slide 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5216" y="2980408"/>
            <a:ext cx="4800600" cy="553998"/>
          </a:xfrm>
          <a:noFill/>
        </p:spPr>
        <p:txBody>
          <a:bodyPr vert="horz" wrap="square" lIns="0" tIns="0" rIns="0" bIns="0" rtlCol="0" anchor="b" anchorCtr="0">
            <a:spAutoFit/>
          </a:bodyPr>
          <a:lstStyle>
            <a:lvl1pPr>
              <a:defRPr lang="en-US" sz="4000" b="0" i="0" kern="1200" cap="none" spc="-150" baseline="0" dirty="0">
                <a:ln w="3175">
                  <a:noFill/>
                </a:ln>
                <a:solidFill>
                  <a:schemeClr val="accent5"/>
                </a:solidFill>
                <a:effectLst/>
                <a:latin typeface="+mj-lt"/>
                <a:ea typeface="+mn-ea"/>
                <a:cs typeface="Segoe UI" panose="020B0502040204020203" pitchFamily="34" charset="0"/>
              </a:defRPr>
            </a:lvl1pPr>
          </a:lstStyle>
          <a:p>
            <a:pPr lvl="0"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</a:pPr>
            <a:r>
              <a:rPr lang="en-US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380028222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27">
          <p15:clr>
            <a:srgbClr val="5ACBF0"/>
          </p15:clr>
        </p15:guide>
        <p15:guide id="3" orient="horz" pos="1911">
          <p15:clr>
            <a:srgbClr val="5ACBF0"/>
          </p15:clr>
        </p15:guide>
      </p15:sldGuideLst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Slide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5216" y="2980408"/>
            <a:ext cx="4800600" cy="553998"/>
          </a:xfrm>
          <a:noFill/>
        </p:spPr>
        <p:txBody>
          <a:bodyPr lIns="0" tIns="0" rIns="0" bIns="0" anchor="b" anchorCtr="0">
            <a:sp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b="0" i="0" kern="1200" cap="none" spc="-150" baseline="0" dirty="0">
                <a:ln w="3175">
                  <a:noFill/>
                </a:ln>
                <a:solidFill>
                  <a:schemeClr val="bg1"/>
                </a:solidFill>
                <a:effectLst/>
                <a:latin typeface="+mj-lt"/>
                <a:ea typeface="+mn-ea"/>
                <a:cs typeface="Segoe UI" panose="020B0502040204020203" pitchFamily="34" charset="0"/>
              </a:defRPr>
            </a:lvl1pPr>
          </a:lstStyle>
          <a:p>
            <a:r>
              <a:rPr lang="en-US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351531040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27">
          <p15:clr>
            <a:srgbClr val="5ACBF0"/>
          </p15:clr>
        </p15:guide>
        <p15:guide id="3" orient="horz" pos="1911">
          <p15:clr>
            <a:srgbClr val="5ACBF0"/>
          </p15:clr>
        </p15:guide>
      </p15:sldGuideLst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Slide 3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5216" y="2980408"/>
            <a:ext cx="4800600" cy="553998"/>
          </a:xfrm>
          <a:noFill/>
        </p:spPr>
        <p:txBody>
          <a:bodyPr lIns="0" tIns="0" rIns="0" bIns="0" anchor="b" anchorCtr="0">
            <a:sp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b="0" i="0" kern="1200" cap="none" spc="-150" baseline="0" dirty="0">
                <a:ln w="3175">
                  <a:noFill/>
                </a:ln>
                <a:solidFill>
                  <a:schemeClr val="bg1"/>
                </a:solidFill>
                <a:effectLst/>
                <a:latin typeface="+mj-lt"/>
                <a:ea typeface="+mn-ea"/>
                <a:cs typeface="Segoe UI" panose="020B0502040204020203" pitchFamily="34" charset="0"/>
              </a:defRPr>
            </a:lvl1pPr>
          </a:lstStyle>
          <a:p>
            <a:r>
              <a:rPr lang="en-US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390686251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27">
          <p15:clr>
            <a:srgbClr val="5ACBF0"/>
          </p15:clr>
        </p15:guide>
        <p15:guide id="3" orient="horz" pos="1911">
          <p15:clr>
            <a:srgbClr val="5ACBF0"/>
          </p15:clr>
        </p15:guide>
      </p15:sldGuideLst>
    </p:ext>
  </p:extLs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Slide 4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5216" y="2980408"/>
            <a:ext cx="4800600" cy="553998"/>
          </a:xfrm>
          <a:noFill/>
        </p:spPr>
        <p:txBody>
          <a:bodyPr vert="horz" wrap="square" lIns="0" tIns="0" rIns="0" bIns="0" rtlCol="0" anchor="b" anchorCtr="0">
            <a:spAutoFit/>
          </a:bodyPr>
          <a:lstStyle>
            <a:lvl1pPr>
              <a:defRPr lang="en-US" sz="4000" b="0" i="0" kern="1200" cap="none" spc="-150" baseline="0" dirty="0">
                <a:ln w="3175">
                  <a:noFill/>
                </a:ln>
                <a:solidFill>
                  <a:schemeClr val="accent5"/>
                </a:solidFill>
                <a:effectLst/>
                <a:latin typeface="+mj-lt"/>
                <a:ea typeface="+mn-ea"/>
                <a:cs typeface="Segoe UI" panose="020B0502040204020203" pitchFamily="34" charset="0"/>
              </a:defRPr>
            </a:lvl1pPr>
          </a:lstStyle>
          <a:p>
            <a:pPr lvl="0"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</a:pPr>
            <a:r>
              <a:rPr lang="en-US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376325696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27">
          <p15:clr>
            <a:srgbClr val="5ACBF0"/>
          </p15:clr>
        </p15:guide>
        <p15:guide id="3" orient="horz" pos="1911">
          <p15:clr>
            <a:srgbClr val="5ACBF0"/>
          </p15:clr>
        </p15:guide>
      </p15:sldGuideLst>
    </p:ext>
  </p:extLs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lternate Section Slide 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5216" y="2980408"/>
            <a:ext cx="4800600" cy="553998"/>
          </a:xfrm>
          <a:noFill/>
        </p:spPr>
        <p:txBody>
          <a:bodyPr vert="horz" wrap="square" lIns="0" tIns="0" rIns="0" bIns="0" rtlCol="0" anchor="b" anchorCtr="0">
            <a:spAutoFit/>
          </a:bodyPr>
          <a:lstStyle>
            <a:lvl1pPr>
              <a:defRPr lang="en-US" sz="4000" b="0" i="0" dirty="0">
                <a:solidFill>
                  <a:schemeClr val="tx1"/>
                </a:solidFill>
                <a:latin typeface="+mj-lt"/>
              </a:defRPr>
            </a:lvl1pPr>
          </a:lstStyle>
          <a:p>
            <a:pPr lvl="0">
              <a:lnSpc>
                <a:spcPct val="90000"/>
              </a:lnSpc>
            </a:pPr>
            <a:r>
              <a:rPr lang="en-US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97555665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27">
          <p15:clr>
            <a:srgbClr val="5ACBF0"/>
          </p15:clr>
        </p15:guide>
        <p15:guide id="3" orient="horz" pos="1911">
          <p15:clr>
            <a:srgbClr val="5ACBF0"/>
          </p15:clr>
        </p15:guide>
      </p15:sldGuideLst>
    </p:ext>
  </p:extLs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lternate Section Slide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5216" y="2980408"/>
            <a:ext cx="4800600" cy="553998"/>
          </a:xfrm>
          <a:noFill/>
        </p:spPr>
        <p:txBody>
          <a:bodyPr vert="horz" wrap="square" lIns="0" tIns="0" rIns="0" bIns="0" rtlCol="0" anchor="b" anchorCtr="0">
            <a:spAutoFit/>
          </a:bodyPr>
          <a:lstStyle>
            <a:lvl1pPr>
              <a:defRPr lang="en-US" sz="4000" b="0" i="0" kern="1200" cap="none" spc="-150" baseline="0" dirty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anose="020B0502040204020203" pitchFamily="34" charset="0"/>
              </a:defRPr>
            </a:lvl1pPr>
          </a:lstStyle>
          <a:p>
            <a:pPr lvl="0"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</a:pPr>
            <a:r>
              <a:rPr lang="en-US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164218293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27">
          <p15:clr>
            <a:srgbClr val="5ACBF0"/>
          </p15:clr>
        </p15:guide>
        <p15:guide id="3" orient="horz" pos="1911">
          <p15:clr>
            <a:srgbClr val="5ACBF0"/>
          </p15:clr>
        </p15:guide>
      </p15:sldGuideLst>
    </p:ext>
  </p:extLs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lternate Section Slide 3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5216" y="2980408"/>
            <a:ext cx="4800600" cy="553998"/>
          </a:xfrm>
          <a:noFill/>
        </p:spPr>
        <p:txBody>
          <a:bodyPr vert="horz" wrap="square" lIns="0" tIns="0" rIns="0" bIns="0" rtlCol="0" anchor="b" anchorCtr="0">
            <a:spAutoFit/>
          </a:bodyPr>
          <a:lstStyle>
            <a:lvl1pPr>
              <a:defRPr lang="en-US" sz="4000" b="0" i="0" kern="1200" cap="none" spc="-150" baseline="0" dirty="0">
                <a:ln w="3175">
                  <a:noFill/>
                </a:ln>
                <a:solidFill>
                  <a:schemeClr val="accent5"/>
                </a:solidFill>
                <a:effectLst/>
                <a:latin typeface="+mj-lt"/>
                <a:ea typeface="+mn-ea"/>
                <a:cs typeface="Segoe UI" panose="020B0502040204020203" pitchFamily="34" charset="0"/>
              </a:defRPr>
            </a:lvl1pPr>
          </a:lstStyle>
          <a:p>
            <a:pPr lvl="0"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</a:pPr>
            <a:r>
              <a:rPr lang="en-US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191691575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27">
          <p15:clr>
            <a:srgbClr val="5ACBF0"/>
          </p15:clr>
        </p15:guide>
        <p15:guide id="3" orient="horz" pos="1911">
          <p15:clr>
            <a:srgbClr val="5ACBF0"/>
          </p15:clr>
        </p15:guide>
      </p15:sldGuideLst>
    </p:ext>
  </p:extLs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lternate Section Slide 4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5216" y="2980408"/>
            <a:ext cx="4800600" cy="553998"/>
          </a:xfrm>
          <a:noFill/>
        </p:spPr>
        <p:txBody>
          <a:bodyPr vert="horz" wrap="square" lIns="0" tIns="0" rIns="0" bIns="0" rtlCol="0" anchor="b" anchorCtr="0">
            <a:spAutoFit/>
          </a:bodyPr>
          <a:lstStyle>
            <a:lvl1pPr>
              <a:defRPr lang="en-US" sz="4000" b="0" i="0" kern="1200" cap="none" spc="-150" baseline="0" dirty="0">
                <a:ln w="3175">
                  <a:noFill/>
                </a:ln>
                <a:solidFill>
                  <a:srgbClr val="0D0061"/>
                </a:solidFill>
                <a:effectLst/>
                <a:latin typeface="+mj-lt"/>
                <a:ea typeface="+mn-ea"/>
                <a:cs typeface="Segoe UI" panose="020B0502040204020203" pitchFamily="34" charset="0"/>
              </a:defRPr>
            </a:lvl1pPr>
          </a:lstStyle>
          <a:p>
            <a:pPr lvl="0"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</a:pPr>
            <a:r>
              <a:rPr lang="en-US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164641461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27">
          <p15:clr>
            <a:srgbClr val="5ACBF0"/>
          </p15:clr>
        </p15:guide>
        <p15:guide id="3" orient="horz" pos="1911">
          <p15:clr>
            <a:srgbClr val="5ACBF0"/>
          </p15:clr>
        </p15:guide>
      </p15:sldGuideLst>
    </p:ext>
  </p:extLs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lternate Section Slide 5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5216" y="2980408"/>
            <a:ext cx="4800600" cy="553998"/>
          </a:xfrm>
          <a:noFill/>
        </p:spPr>
        <p:txBody>
          <a:bodyPr lIns="0" tIns="0" rIns="0" bIns="0" anchor="b" anchorCtr="0">
            <a:sp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b="0" i="0" kern="1200" cap="none" spc="-150" baseline="0" dirty="0">
                <a:ln w="3175">
                  <a:noFill/>
                </a:ln>
                <a:solidFill>
                  <a:schemeClr val="accent5"/>
                </a:solidFill>
                <a:effectLst/>
                <a:latin typeface="+mj-lt"/>
                <a:ea typeface="+mn-ea"/>
                <a:cs typeface="Segoe UI" panose="020B0502040204020203" pitchFamily="34" charset="0"/>
              </a:defRPr>
            </a:lvl1pPr>
          </a:lstStyle>
          <a:p>
            <a:r>
              <a:rPr lang="en-US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52108253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27">
          <p15:clr>
            <a:srgbClr val="5ACBF0"/>
          </p15:clr>
        </p15:guide>
        <p15:guide id="3" orient="horz" pos="1911">
          <p15:clr>
            <a:srgbClr val="5ACBF0"/>
          </p15:clr>
        </p15:guide>
      </p15:sldGuideLst>
    </p:ext>
  </p:extLs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lternate Section Slide 6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9EC132A7-E105-7F97-5825-C64651DAB1F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216" y="2977823"/>
            <a:ext cx="4800600" cy="553998"/>
          </a:xfrm>
          <a:noFill/>
        </p:spPr>
        <p:txBody>
          <a:bodyPr vert="horz" wrap="square" lIns="0" tIns="0" rIns="0" bIns="0" rtlCol="0" anchor="b" anchorCtr="0">
            <a:spAutoFit/>
          </a:bodyPr>
          <a:lstStyle>
            <a:lvl1pPr>
              <a:defRPr lang="en-US" sz="4000" dirty="0">
                <a:solidFill>
                  <a:schemeClr val="bg1"/>
                </a:solidFill>
              </a:defRPr>
            </a:lvl1pPr>
          </a:lstStyle>
          <a:p>
            <a:pPr lvl="0">
              <a:lnSpc>
                <a:spcPct val="90000"/>
              </a:lnSpc>
            </a:pPr>
            <a:r>
              <a:rPr lang="en-US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112835115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27">
          <p15:clr>
            <a:srgbClr val="5ACBF0"/>
          </p15:clr>
        </p15:guide>
        <p15:guide id="3" orient="horz" pos="1911">
          <p15:clr>
            <a:srgbClr val="5ACBF0"/>
          </p15:clr>
        </p15:guide>
      </p15:sldGuideLst>
    </p:ext>
  </p:extLs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mo Titl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5216" y="2977823"/>
            <a:ext cx="4800600" cy="553998"/>
          </a:xfrm>
          <a:noFill/>
        </p:spPr>
        <p:txBody>
          <a:bodyPr vert="horz" wrap="square" lIns="0" tIns="0" rIns="0" bIns="0" rtlCol="0" anchor="b" anchorCtr="0">
            <a:spAutoFit/>
          </a:bodyPr>
          <a:lstStyle>
            <a:lvl1pPr>
              <a:defRPr lang="en-US" sz="4000" dirty="0">
                <a:solidFill>
                  <a:schemeClr val="accent1"/>
                </a:solidFill>
              </a:defRPr>
            </a:lvl1pPr>
          </a:lstStyle>
          <a:p>
            <a:pPr lvl="0">
              <a:lnSpc>
                <a:spcPct val="90000"/>
              </a:lnSpc>
            </a:pPr>
            <a:r>
              <a:rPr lang="en-US"/>
              <a:t>Demo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85216" y="3977319"/>
            <a:ext cx="4800600" cy="246221"/>
          </a:xfrm>
          <a:noFill/>
        </p:spPr>
        <p:txBody>
          <a:bodyPr lIns="0" tIns="0" rIns="0" bIns="0">
            <a:sp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b="0" i="0" spc="0" baseline="0">
                <a:solidFill>
                  <a:schemeClr val="accent5"/>
                </a:solidFill>
                <a:latin typeface="+mn-lt"/>
              </a:defRPr>
            </a:lvl1pPr>
          </a:lstStyle>
          <a:p>
            <a:pPr lvl="0"/>
            <a:r>
              <a:rPr lang="en-US"/>
              <a:t>Speaker name</a:t>
            </a:r>
          </a:p>
        </p:txBody>
      </p:sp>
    </p:spTree>
    <p:extLst>
      <p:ext uri="{BB962C8B-B14F-4D97-AF65-F5344CB8AC3E}">
        <p14:creationId xmlns:p14="http://schemas.microsoft.com/office/powerpoint/2010/main" val="81276399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35">
          <p15:clr>
            <a:srgbClr val="5ACBF0"/>
          </p15:clr>
        </p15:guide>
        <p15:guide id="3" orient="horz" pos="1910">
          <p15:clr>
            <a:srgbClr val="5ACBF0"/>
          </p15:clr>
        </p15:guide>
        <p15:guide id="4" orient="horz" pos="2505">
          <p15:clr>
            <a:srgbClr val="5ACBF0"/>
          </p15:clr>
        </p15:guide>
      </p15:sldGuideLst>
    </p:ext>
  </p:extLs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60D155-47E8-D819-5FA4-748607570A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9">
            <a:extLst>
              <a:ext uri="{FF2B5EF4-FFF2-40B4-BE49-F238E27FC236}">
                <a16:creationId xmlns:a16="http://schemas.microsoft.com/office/drawing/2014/main" id="{5022EE65-FBB2-C961-B89F-9DADBDB2DB3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976658" y="1582894"/>
            <a:ext cx="4022822" cy="4022822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effectLst>
            <a:outerShdw blurRad="215900" dist="190500" dir="2700000" sx="101000" sy="101000" algn="ctr" rotWithShape="0">
              <a:srgbClr val="000000">
                <a:alpha val="23000"/>
              </a:srgbClr>
            </a:outerShdw>
          </a:effectLst>
        </p:spPr>
        <p:txBody>
          <a:bodyPr vert="horz" wrap="square" lIns="0" tIns="0" rIns="0" bIns="0" rtlCol="0" anchor="t" anchorCtr="0">
            <a:normAutofit/>
          </a:bodyPr>
          <a:lstStyle>
            <a:lvl1pPr marL="228600" indent="-228600" algn="ctr">
              <a:buNone/>
              <a:defRPr lang="en-US" sz="1800" b="0" i="0">
                <a:solidFill>
                  <a:schemeClr val="tx1"/>
                </a:solidFill>
                <a:latin typeface="+mn-lt"/>
              </a:defRPr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52A3F807-DEFB-6026-D7BD-82284EB7FB76}"/>
              </a:ext>
            </a:extLst>
          </p:cNvPr>
          <p:cNvSpPr/>
          <p:nvPr/>
        </p:nvSpPr>
        <p:spPr>
          <a:xfrm>
            <a:off x="627162" y="1582894"/>
            <a:ext cx="829497" cy="724371"/>
          </a:xfrm>
          <a:custGeom>
            <a:avLst/>
            <a:gdLst>
              <a:gd name="connsiteX0" fmla="*/ 393237 w 674431"/>
              <a:gd name="connsiteY0" fmla="*/ 0 h 587906"/>
              <a:gd name="connsiteX1" fmla="*/ 616089 w 674431"/>
              <a:gd name="connsiteY1" fmla="*/ 0 h 587906"/>
              <a:gd name="connsiteX2" fmla="*/ 616151 w 674431"/>
              <a:gd name="connsiteY2" fmla="*/ 0 h 587906"/>
              <a:gd name="connsiteX3" fmla="*/ 674431 w 674431"/>
              <a:gd name="connsiteY3" fmla="*/ 58280 h 587906"/>
              <a:gd name="connsiteX4" fmla="*/ 674431 w 674431"/>
              <a:gd name="connsiteY4" fmla="*/ 221738 h 587906"/>
              <a:gd name="connsiteX5" fmla="*/ 597219 w 674431"/>
              <a:gd name="connsiteY5" fmla="*/ 471750 h 587906"/>
              <a:gd name="connsiteX6" fmla="*/ 393361 w 674431"/>
              <a:gd name="connsiteY6" fmla="*/ 587630 h 587906"/>
              <a:gd name="connsiteX7" fmla="*/ 380245 w 674431"/>
              <a:gd name="connsiteY7" fmla="*/ 577174 h 587906"/>
              <a:gd name="connsiteX8" fmla="*/ 380245 w 674431"/>
              <a:gd name="connsiteY8" fmla="*/ 489011 h 587906"/>
              <a:gd name="connsiteX9" fmla="*/ 387484 w 674431"/>
              <a:gd name="connsiteY9" fmla="*/ 478865 h 587906"/>
              <a:gd name="connsiteX10" fmla="*/ 523100 w 674431"/>
              <a:gd name="connsiteY10" fmla="*/ 363541 h 587906"/>
              <a:gd name="connsiteX11" fmla="*/ 540423 w 674431"/>
              <a:gd name="connsiteY11" fmla="*/ 283112 h 587906"/>
              <a:gd name="connsiteX12" fmla="*/ 533308 w 674431"/>
              <a:gd name="connsiteY12" fmla="*/ 276306 h 587906"/>
              <a:gd name="connsiteX13" fmla="*/ 393361 w 674431"/>
              <a:gd name="connsiteY13" fmla="*/ 276306 h 587906"/>
              <a:gd name="connsiteX14" fmla="*/ 374986 w 674431"/>
              <a:gd name="connsiteY14" fmla="*/ 257931 h 587906"/>
              <a:gd name="connsiteX15" fmla="*/ 374986 w 674431"/>
              <a:gd name="connsiteY15" fmla="*/ 18251 h 587906"/>
              <a:gd name="connsiteX16" fmla="*/ 393237 w 674431"/>
              <a:gd name="connsiteY16" fmla="*/ 0 h 587906"/>
              <a:gd name="connsiteX17" fmla="*/ 58466 w 674431"/>
              <a:gd name="connsiteY17" fmla="*/ 0 h 587906"/>
              <a:gd name="connsiteX18" fmla="*/ 281070 w 674431"/>
              <a:gd name="connsiteY18" fmla="*/ 0 h 587906"/>
              <a:gd name="connsiteX19" fmla="*/ 299445 w 674431"/>
              <a:gd name="connsiteY19" fmla="*/ 18375 h 587906"/>
              <a:gd name="connsiteX20" fmla="*/ 299445 w 674431"/>
              <a:gd name="connsiteY20" fmla="*/ 221738 h 587906"/>
              <a:gd name="connsiteX21" fmla="*/ 222233 w 674431"/>
              <a:gd name="connsiteY21" fmla="*/ 471750 h 587906"/>
              <a:gd name="connsiteX22" fmla="*/ 18375 w 674431"/>
              <a:gd name="connsiteY22" fmla="*/ 587630 h 587906"/>
              <a:gd name="connsiteX23" fmla="*/ 5259 w 674431"/>
              <a:gd name="connsiteY23" fmla="*/ 577174 h 587906"/>
              <a:gd name="connsiteX24" fmla="*/ 5259 w 674431"/>
              <a:gd name="connsiteY24" fmla="*/ 489011 h 587906"/>
              <a:gd name="connsiteX25" fmla="*/ 12497 w 674431"/>
              <a:gd name="connsiteY25" fmla="*/ 478865 h 587906"/>
              <a:gd name="connsiteX26" fmla="*/ 148114 w 674431"/>
              <a:gd name="connsiteY26" fmla="*/ 363541 h 587906"/>
              <a:gd name="connsiteX27" fmla="*/ 165437 w 674431"/>
              <a:gd name="connsiteY27" fmla="*/ 283112 h 587906"/>
              <a:gd name="connsiteX28" fmla="*/ 158322 w 674431"/>
              <a:gd name="connsiteY28" fmla="*/ 276306 h 587906"/>
              <a:gd name="connsiteX29" fmla="*/ 18375 w 674431"/>
              <a:gd name="connsiteY29" fmla="*/ 276306 h 587906"/>
              <a:gd name="connsiteX30" fmla="*/ 0 w 674431"/>
              <a:gd name="connsiteY30" fmla="*/ 257931 h 587906"/>
              <a:gd name="connsiteX31" fmla="*/ 0 w 674431"/>
              <a:gd name="connsiteY31" fmla="*/ 58466 h 587906"/>
              <a:gd name="connsiteX32" fmla="*/ 58466 w 674431"/>
              <a:gd name="connsiteY32" fmla="*/ 0 h 5879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674431" h="587906">
                <a:moveTo>
                  <a:pt x="393237" y="0"/>
                </a:moveTo>
                <a:lnTo>
                  <a:pt x="616089" y="0"/>
                </a:lnTo>
                <a:lnTo>
                  <a:pt x="616151" y="0"/>
                </a:lnTo>
                <a:cubicBezTo>
                  <a:pt x="648322" y="0"/>
                  <a:pt x="674431" y="26109"/>
                  <a:pt x="674431" y="58280"/>
                </a:cubicBezTo>
                <a:lnTo>
                  <a:pt x="674431" y="221738"/>
                </a:lnTo>
                <a:cubicBezTo>
                  <a:pt x="674431" y="328152"/>
                  <a:pt x="648694" y="411490"/>
                  <a:pt x="597219" y="471750"/>
                </a:cubicBezTo>
                <a:cubicBezTo>
                  <a:pt x="548157" y="529102"/>
                  <a:pt x="480225" y="567770"/>
                  <a:pt x="393361" y="587630"/>
                </a:cubicBezTo>
                <a:cubicBezTo>
                  <a:pt x="386679" y="589177"/>
                  <a:pt x="380245" y="584042"/>
                  <a:pt x="380245" y="577174"/>
                </a:cubicBezTo>
                <a:lnTo>
                  <a:pt x="380245" y="489011"/>
                </a:lnTo>
                <a:cubicBezTo>
                  <a:pt x="380245" y="484433"/>
                  <a:pt x="383153" y="480288"/>
                  <a:pt x="387484" y="478865"/>
                </a:cubicBezTo>
                <a:cubicBezTo>
                  <a:pt x="454240" y="456778"/>
                  <a:pt x="499466" y="418295"/>
                  <a:pt x="523100" y="363541"/>
                </a:cubicBezTo>
                <a:cubicBezTo>
                  <a:pt x="535969" y="335824"/>
                  <a:pt x="541784" y="309035"/>
                  <a:pt x="540423" y="283112"/>
                </a:cubicBezTo>
                <a:cubicBezTo>
                  <a:pt x="540238" y="279276"/>
                  <a:pt x="537082" y="276306"/>
                  <a:pt x="533308" y="276306"/>
                </a:cubicBezTo>
                <a:lnTo>
                  <a:pt x="393361" y="276306"/>
                </a:lnTo>
                <a:cubicBezTo>
                  <a:pt x="383215" y="276306"/>
                  <a:pt x="374986" y="268078"/>
                  <a:pt x="374986" y="257931"/>
                </a:cubicBezTo>
                <a:lnTo>
                  <a:pt x="374986" y="18251"/>
                </a:lnTo>
                <a:cubicBezTo>
                  <a:pt x="374986" y="8167"/>
                  <a:pt x="383153" y="0"/>
                  <a:pt x="393237" y="0"/>
                </a:cubicBezTo>
                <a:close/>
                <a:moveTo>
                  <a:pt x="58466" y="0"/>
                </a:moveTo>
                <a:lnTo>
                  <a:pt x="281070" y="0"/>
                </a:lnTo>
                <a:cubicBezTo>
                  <a:pt x="291216" y="0"/>
                  <a:pt x="299445" y="8229"/>
                  <a:pt x="299445" y="18375"/>
                </a:cubicBezTo>
                <a:lnTo>
                  <a:pt x="299445" y="221738"/>
                </a:lnTo>
                <a:cubicBezTo>
                  <a:pt x="299445" y="328152"/>
                  <a:pt x="273708" y="411490"/>
                  <a:pt x="222233" y="471750"/>
                </a:cubicBezTo>
                <a:cubicBezTo>
                  <a:pt x="173171" y="529102"/>
                  <a:pt x="105239" y="567770"/>
                  <a:pt x="18375" y="587630"/>
                </a:cubicBezTo>
                <a:cubicBezTo>
                  <a:pt x="11631" y="589177"/>
                  <a:pt x="5259" y="584042"/>
                  <a:pt x="5259" y="577174"/>
                </a:cubicBezTo>
                <a:lnTo>
                  <a:pt x="5259" y="489011"/>
                </a:lnTo>
                <a:cubicBezTo>
                  <a:pt x="5259" y="484433"/>
                  <a:pt x="8167" y="480288"/>
                  <a:pt x="12497" y="478865"/>
                </a:cubicBezTo>
                <a:cubicBezTo>
                  <a:pt x="79254" y="456778"/>
                  <a:pt x="124480" y="418295"/>
                  <a:pt x="148114" y="363541"/>
                </a:cubicBezTo>
                <a:cubicBezTo>
                  <a:pt x="160983" y="335824"/>
                  <a:pt x="166798" y="309035"/>
                  <a:pt x="165437" y="283112"/>
                </a:cubicBezTo>
                <a:cubicBezTo>
                  <a:pt x="165252" y="279276"/>
                  <a:pt x="162096" y="276306"/>
                  <a:pt x="158322" y="276306"/>
                </a:cubicBezTo>
                <a:lnTo>
                  <a:pt x="18375" y="276306"/>
                </a:lnTo>
                <a:cubicBezTo>
                  <a:pt x="8229" y="276306"/>
                  <a:pt x="0" y="268078"/>
                  <a:pt x="0" y="257931"/>
                </a:cubicBezTo>
                <a:lnTo>
                  <a:pt x="0" y="58466"/>
                </a:lnTo>
                <a:cubicBezTo>
                  <a:pt x="0" y="26171"/>
                  <a:pt x="26171" y="0"/>
                  <a:pt x="58466" y="0"/>
                </a:cubicBezTo>
                <a:close/>
              </a:path>
            </a:pathLst>
          </a:custGeom>
          <a:noFill/>
          <a:ln w="19050" cap="flat">
            <a:solidFill>
              <a:schemeClr val="accent3"/>
            </a:solidFill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Segoe UI" panose="020B0502040204020203" pitchFamily="34" charset="0"/>
            </a:endParaRP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6B8F6EDE-3287-C98A-2287-E97E9546E9E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27162" y="5296372"/>
            <a:ext cx="2706480" cy="246221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1600" b="0" i="0" spc="0" baseline="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Quote author</a:t>
            </a:r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0D2446EE-1B44-9522-17E3-B1D17638082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27162" y="2735352"/>
            <a:ext cx="4705350" cy="430887"/>
          </a:xfrm>
        </p:spPr>
        <p:txBody>
          <a:bodyPr/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4073505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reenshot 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3E7235-22DD-1125-FF85-028A2E6414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6359434" cy="55399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B5068233-F46E-B659-0799-22A45E3DA223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4704034" y="1435099"/>
            <a:ext cx="7075954" cy="3987505"/>
          </a:xfrm>
          <a:blipFill>
            <a:blip r:embed="rId3"/>
            <a:stretch>
              <a:fillRect/>
            </a:stretch>
          </a:blipFill>
          <a:effectLst>
            <a:outerShdw blurRad="241300" dist="304800" dir="2700000" sx="101000" sy="101000" algn="ctr" rotWithShape="0">
              <a:srgbClr val="000000">
                <a:alpha val="17000"/>
              </a:srgbClr>
            </a:outerShdw>
          </a:effectLst>
        </p:spPr>
        <p:txBody>
          <a:bodyPr lIns="731520" rIns="731520" bIns="1097280" anchor="ctr" anchorCtr="0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1800" b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to insert</a:t>
            </a:r>
          </a:p>
        </p:txBody>
      </p:sp>
      <p:sp>
        <p:nvSpPr>
          <p:cNvPr id="17" name="Content Placeholder 4">
            <a:extLst>
              <a:ext uri="{FF2B5EF4-FFF2-40B4-BE49-F238E27FC236}">
                <a16:creationId xmlns:a16="http://schemas.microsoft.com/office/drawing/2014/main" id="{1020F17E-67BE-FC02-AF7B-709A3923C231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84201" y="1435099"/>
            <a:ext cx="3828312" cy="204363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73978346"/>
      </p:ext>
    </p:extLst>
  </p:cSld>
  <p:clrMapOvr>
    <a:masterClrMapping/>
  </p:clrMapOvr>
  <p:transition>
    <p:fade/>
  </p:transition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reenshot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3E7235-22DD-1125-FF85-028A2E6414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2896801"/>
            <a:ext cx="3590037" cy="1661993"/>
          </a:xfrm>
        </p:spPr>
        <p:txBody>
          <a:bodyPr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B5068233-F46E-B659-0799-22A45E3DA223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4933507" y="831427"/>
            <a:ext cx="5167423" cy="5165335"/>
          </a:xfrm>
          <a:blipFill>
            <a:blip r:embed="rId3"/>
            <a:stretch>
              <a:fillRect/>
            </a:stretch>
          </a:blipFill>
          <a:effectLst>
            <a:outerShdw blurRad="241300" dist="304800" dir="2700000" sx="101000" sy="101000" algn="ctr" rotWithShape="0">
              <a:srgbClr val="000000">
                <a:alpha val="17000"/>
              </a:srgbClr>
            </a:outerShdw>
          </a:effectLst>
        </p:spPr>
        <p:txBody>
          <a:bodyPr lIns="1097280" rIns="1097280" bIns="1097280" anchor="ctr" anchorCtr="0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1400" b="0">
                <a:solidFill>
                  <a:schemeClr val="bg1"/>
                </a:solidFill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to insert</a:t>
            </a:r>
          </a:p>
        </p:txBody>
      </p:sp>
    </p:spTree>
    <p:extLst>
      <p:ext uri="{BB962C8B-B14F-4D97-AF65-F5344CB8AC3E}">
        <p14:creationId xmlns:p14="http://schemas.microsoft.com/office/powerpoint/2010/main" val="83122717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Slide 1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DB0FE6-6EE4-72F6-EE0C-E481F72F7D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4910837" cy="110799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BEC160D-0F95-E237-7287-43174DA4A3F3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84201" y="1816100"/>
            <a:ext cx="4910838" cy="204363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Picture Placeholder 15">
            <a:extLst>
              <a:ext uri="{FF2B5EF4-FFF2-40B4-BE49-F238E27FC236}">
                <a16:creationId xmlns:a16="http://schemas.microsoft.com/office/drawing/2014/main" id="{90C592A4-DBC6-A7A9-63D9-5020A47499F3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096000" y="0"/>
            <a:ext cx="6096000" cy="6858000"/>
          </a:xfrm>
          <a:blipFill>
            <a:blip r:embed="rId2"/>
            <a:stretch>
              <a:fillRect/>
            </a:stretch>
          </a:blipFill>
          <a:effectLst/>
        </p:spPr>
        <p:txBody>
          <a:bodyPr lIns="1097280" rIns="1097280" bIns="1097280" anchor="ctr" anchorCtr="0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2000" b="0">
                <a:solidFill>
                  <a:schemeClr val="tx1"/>
                </a:solidFill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to insert</a:t>
            </a:r>
          </a:p>
        </p:txBody>
      </p:sp>
    </p:spTree>
    <p:extLst>
      <p:ext uri="{BB962C8B-B14F-4D97-AF65-F5344CB8AC3E}">
        <p14:creationId xmlns:p14="http://schemas.microsoft.com/office/powerpoint/2010/main" val="200202942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DB0FE6-6EE4-72F6-EE0C-E481F72F7D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4910837" cy="1107996"/>
          </a:xfrm>
        </p:spPr>
        <p:txBody>
          <a:bodyPr/>
          <a:lstStyle>
            <a:lvl1pPr>
              <a:defRPr>
                <a:solidFill>
                  <a:srgbClr val="0000B3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BEC160D-0F95-E237-7287-43174DA4A3F3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84201" y="1816100"/>
            <a:ext cx="4910838" cy="2043636"/>
          </a:xfrm>
        </p:spPr>
        <p:txBody>
          <a:bodyPr/>
          <a:lstStyle>
            <a:lvl1pPr>
              <a:defRPr>
                <a:solidFill>
                  <a:srgbClr val="0000B3"/>
                </a:solidFill>
              </a:defRPr>
            </a:lvl1pPr>
            <a:lvl2pPr>
              <a:defRPr>
                <a:solidFill>
                  <a:srgbClr val="0000B3"/>
                </a:solidFill>
              </a:defRPr>
            </a:lvl2pPr>
            <a:lvl3pPr>
              <a:defRPr>
                <a:solidFill>
                  <a:srgbClr val="0000B3"/>
                </a:solidFill>
              </a:defRPr>
            </a:lvl3pPr>
            <a:lvl4pPr>
              <a:defRPr>
                <a:solidFill>
                  <a:srgbClr val="0000B3"/>
                </a:solidFill>
              </a:defRPr>
            </a:lvl4pPr>
            <a:lvl5pPr>
              <a:defRPr>
                <a:solidFill>
                  <a:srgbClr val="0000B3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Picture Placeholder 15">
            <a:extLst>
              <a:ext uri="{FF2B5EF4-FFF2-40B4-BE49-F238E27FC236}">
                <a16:creationId xmlns:a16="http://schemas.microsoft.com/office/drawing/2014/main" id="{830D09FD-2495-FD73-64EA-14E484039EF8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096000" y="0"/>
            <a:ext cx="6096000" cy="6858000"/>
          </a:xfrm>
          <a:blipFill>
            <a:blip r:embed="rId2"/>
            <a:stretch>
              <a:fillRect/>
            </a:stretch>
          </a:blipFill>
          <a:effectLst/>
        </p:spPr>
        <p:txBody>
          <a:bodyPr lIns="1097280" rIns="1097280" bIns="1097280" anchor="ctr" anchorCtr="0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2000" b="0">
                <a:solidFill>
                  <a:schemeClr val="bg1"/>
                </a:solidFill>
              </a:defRPr>
            </a:lvl1pPr>
          </a:lstStyle>
          <a:p>
            <a:r>
              <a:rPr lang="en-US"/>
              <a:t>Drag &amp; drop your photo here</a:t>
            </a:r>
            <a:br>
              <a:rPr lang="en-US"/>
            </a:br>
            <a:r>
              <a:rPr lang="en-US"/>
              <a:t>or click or tap icon below to insert</a:t>
            </a:r>
          </a:p>
        </p:txBody>
      </p:sp>
    </p:spTree>
    <p:extLst>
      <p:ext uri="{BB962C8B-B14F-4D97-AF65-F5344CB8AC3E}">
        <p14:creationId xmlns:p14="http://schemas.microsoft.com/office/powerpoint/2010/main" val="127590121"/>
      </p:ext>
    </p:extLst>
  </p:cSld>
  <p:clrMapOvr>
    <a:masterClrMapping/>
  </p:clrMapOvr>
  <p:transition>
    <p:fade/>
  </p:transition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D655B182-C5FF-81E8-8156-470DF32495D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4200" y="2230849"/>
            <a:ext cx="4663440" cy="923330"/>
          </a:xfrm>
          <a:noFill/>
        </p:spPr>
        <p:txBody>
          <a:bodyPr wrap="square" lIns="0" tIns="0" rIns="0" bIns="0" anchor="b" anchorCtr="0">
            <a:spAutoFit/>
          </a:bodyPr>
          <a:lstStyle>
            <a:lvl1pPr>
              <a:defRPr sz="6000" b="0" i="0" spc="-150" baseline="0">
                <a:solidFill>
                  <a:schemeClr val="tx1"/>
                </a:solidFill>
                <a:latin typeface="+mj-lt"/>
                <a:cs typeface="Segoe UI" panose="020B0502040204020203" pitchFamily="34" charset="0"/>
              </a:defRPr>
            </a:lvl1pPr>
          </a:lstStyle>
          <a:p>
            <a:r>
              <a:rPr lang="en-US"/>
              <a:t>Thank you</a:t>
            </a:r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BC71D650-3B87-D82E-F786-ADD5DDCE4C7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4199" y="4634804"/>
            <a:ext cx="3898901" cy="246221"/>
          </a:xfrm>
          <a:noFill/>
        </p:spPr>
        <p:txBody>
          <a:bodyPr wrap="square" lIns="0" tIns="0" rIns="0" bIns="0" anchor="b" anchorCtr="0">
            <a:spAutoFit/>
          </a:bodyPr>
          <a:lstStyle>
            <a:lvl1pPr marL="0" indent="0">
              <a:spcBef>
                <a:spcPts val="0"/>
              </a:spcBef>
              <a:buNone/>
              <a:defRPr sz="1600" b="0" i="0" spc="0" baseline="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Speaker name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35A3663-712F-A49D-172F-24B86151135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84199" y="4893480"/>
            <a:ext cx="3898901" cy="184666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1200" b="0" i="0" spc="0" baseline="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Contact information</a:t>
            </a:r>
          </a:p>
        </p:txBody>
      </p:sp>
      <p:pic>
        <p:nvPicPr>
          <p:cNvPr id="2" name="Picture 1" descr="Microsoft Azure logo">
            <a:extLst>
              <a:ext uri="{FF2B5EF4-FFF2-40B4-BE49-F238E27FC236}">
                <a16:creationId xmlns:a16="http://schemas.microsoft.com/office/drawing/2014/main" id="{D42E5B19-2052-7046-4D8E-C679D9A69F9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294224" y="296181"/>
            <a:ext cx="2623903" cy="8678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4744208"/>
      </p:ext>
    </p:extLst>
  </p:cSld>
  <p:clrMapOvr>
    <a:masterClrMapping/>
  </p:clrMapOvr>
  <p:transition>
    <p:fade/>
  </p:transition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D655B182-C5FF-81E8-8156-470DF32495D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4200" y="2230838"/>
            <a:ext cx="4663440" cy="923330"/>
          </a:xfrm>
          <a:noFill/>
        </p:spPr>
        <p:txBody>
          <a:bodyPr wrap="square" lIns="0" tIns="0" rIns="0" bIns="0" anchor="b" anchorCtr="0">
            <a:spAutoFit/>
          </a:bodyPr>
          <a:lstStyle>
            <a:lvl1pPr>
              <a:defRPr lang="en-US" sz="6000" b="0" i="0" kern="1200" cap="none" spc="-150" baseline="0" dirty="0">
                <a:ln w="3175">
                  <a:noFill/>
                </a:ln>
                <a:solidFill>
                  <a:schemeClr val="bg1"/>
                </a:solidFill>
                <a:effectLst/>
                <a:latin typeface="+mj-lt"/>
                <a:ea typeface="+mn-ea"/>
                <a:cs typeface="Segoe UI" panose="020B0502040204020203" pitchFamily="34" charset="0"/>
              </a:defRPr>
            </a:lvl1pPr>
          </a:lstStyle>
          <a:p>
            <a:r>
              <a:rPr lang="en-US"/>
              <a:t>Thank you</a:t>
            </a:r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BC71D650-3B87-D82E-F786-ADD5DDCE4C7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4199" y="4634804"/>
            <a:ext cx="3898901" cy="246221"/>
          </a:xfrm>
          <a:noFill/>
        </p:spPr>
        <p:txBody>
          <a:bodyPr wrap="square" lIns="0" tIns="0" rIns="0" bIns="0" anchor="b" anchorCtr="0">
            <a:spAutoFit/>
          </a:bodyPr>
          <a:lstStyle>
            <a:lvl1pPr marL="0" indent="0">
              <a:spcBef>
                <a:spcPts val="0"/>
              </a:spcBef>
              <a:buNone/>
              <a:defRPr sz="1600" b="0" i="0" spc="0" baseline="0">
                <a:solidFill>
                  <a:schemeClr val="bg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Speaker name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35A3663-712F-A49D-172F-24B86151135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84199" y="4893480"/>
            <a:ext cx="3898901" cy="184666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1200" b="0" i="0" spc="0" baseline="0">
                <a:solidFill>
                  <a:schemeClr val="bg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Contact information</a:t>
            </a:r>
          </a:p>
        </p:txBody>
      </p:sp>
      <p:pic>
        <p:nvPicPr>
          <p:cNvPr id="2" name="Picture 1" descr="Microsoft Azure logo">
            <a:extLst>
              <a:ext uri="{FF2B5EF4-FFF2-40B4-BE49-F238E27FC236}">
                <a16:creationId xmlns:a16="http://schemas.microsoft.com/office/drawing/2014/main" id="{247BD802-3C21-6E62-9CF4-4BE1913FDD1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294223" y="296181"/>
            <a:ext cx="2623905" cy="8678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3905559"/>
      </p:ext>
    </p:extLst>
  </p:cSld>
  <p:clrMapOvr>
    <a:masterClrMapping/>
  </p:clrMapOvr>
  <p:transition>
    <p:fade/>
  </p:transition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 Blank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685359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61">
          <p15:clr>
            <a:srgbClr val="A4A3A4"/>
          </p15:clr>
        </p15:guide>
        <p15:guide id="15" pos="3348">
          <p15:clr>
            <a:srgbClr val="A4A3A4"/>
          </p15:clr>
        </p15:guide>
        <p15:guide id="16" pos="3754">
          <p15:clr>
            <a:srgbClr val="A4A3A4"/>
          </p15:clr>
        </p15:guide>
        <p15:guide id="17" pos="3931">
          <p15:clr>
            <a:srgbClr val="A4A3A4"/>
          </p15:clr>
        </p15:guide>
        <p15:guide id="18" pos="4342">
          <p15:clr>
            <a:srgbClr val="A4A3A4"/>
          </p15:clr>
        </p15:guide>
        <p15:guide id="19" pos="4531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4526021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38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 Log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3" descr="This is a copyright notice that should be included on the final slide."/>
          <p:cNvSpPr txBox="1">
            <a:spLocks noChangeArrowheads="1"/>
          </p:cNvSpPr>
          <p:nvPr/>
        </p:nvSpPr>
        <p:spPr bwMode="blackWhite">
          <a:xfrm>
            <a:off x="584200" y="6161316"/>
            <a:ext cx="4482124" cy="10772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  <a:spAutoFit/>
          </a:bodyPr>
          <a:lstStyle/>
          <a:p>
            <a:pPr defTabSz="932290" eaLnBrk="0" hangingPunct="0"/>
            <a:r>
              <a:rPr lang="en-US" sz="700" b="0" i="0">
                <a:solidFill>
                  <a:schemeClr val="tx1"/>
                </a:solidFill>
                <a:latin typeface="+mn-lt"/>
                <a:cs typeface="Segoe Sans Small" pitchFamily="2" charset="0"/>
              </a:rPr>
              <a:t>© Copyright Microsoft Corporation. All rights reserved. </a:t>
            </a:r>
          </a:p>
        </p:txBody>
      </p:sp>
      <p:pic>
        <p:nvPicPr>
          <p:cNvPr id="3" name="Picture 2" descr="Microsoft Azure logo">
            <a:extLst>
              <a:ext uri="{FF2B5EF4-FFF2-40B4-BE49-F238E27FC236}">
                <a16:creationId xmlns:a16="http://schemas.microsoft.com/office/drawing/2014/main" id="{AB70AEE7-2748-CC99-65A6-ABB4DD42188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294223" y="296181"/>
            <a:ext cx="2623905" cy="8678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451973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ck Notes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 bwMode="white"/>
        <p:txBody>
          <a:bodyPr/>
          <a:lstStyle>
            <a:lvl1pPr>
              <a:defRPr b="0" i="0">
                <a:solidFill>
                  <a:schemeClr val="tx1"/>
                </a:solidFill>
                <a:latin typeface="+mj-lt"/>
                <a:ea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4B6606D-2DF9-48CD-BBE9-B751BF55CD2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 bwMode="white">
          <a:xfrm>
            <a:off x="584200" y="1436688"/>
            <a:ext cx="11018838" cy="2215991"/>
          </a:xfrm>
        </p:spPr>
        <p:txBody>
          <a:bodyPr>
            <a:spAutoFit/>
          </a:bodyPr>
          <a:lstStyle>
            <a:lvl1pPr>
              <a:defRPr sz="3600" b="0" i="0">
                <a:latin typeface="+mn-lt"/>
              </a:defRPr>
            </a:lvl1pPr>
            <a:lvl2pPr>
              <a:defRPr sz="2800" b="0" i="0">
                <a:latin typeface="+mn-lt"/>
              </a:defRPr>
            </a:lvl2pPr>
            <a:lvl3pPr>
              <a:defRPr sz="2400" b="0" i="0">
                <a:latin typeface="+mn-lt"/>
              </a:defRPr>
            </a:lvl3pPr>
            <a:lvl4pPr>
              <a:defRPr sz="2000" b="0" i="0">
                <a:latin typeface="+mn-lt"/>
              </a:defRPr>
            </a:lvl4pPr>
            <a:lvl5pPr>
              <a:defRPr sz="1800" b="0" i="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Next slide"/>
          <p:cNvSpPr>
            <a:spLocks noGrp="1"/>
          </p:cNvSpPr>
          <p:nvPr>
            <p:ph type="body" sz="quarter" idx="11" hasCustomPrompt="1"/>
          </p:nvPr>
        </p:nvSpPr>
        <p:spPr>
          <a:xfrm>
            <a:off x="1" y="6269038"/>
            <a:ext cx="12192001" cy="588963"/>
          </a:xfrm>
          <a:prstGeom prst="rect">
            <a:avLst/>
          </a:prstGeom>
          <a:solidFill>
            <a:srgbClr val="FFFF99"/>
          </a:solidFill>
        </p:spPr>
        <p:txBody>
          <a:bodyPr wrap="square" lIns="155457" tIns="77729" rIns="155457" bIns="45720" anchor="b" anchorCtr="0">
            <a:noAutofit/>
          </a:bodyPr>
          <a:lstStyle>
            <a:lvl1pPr algn="r">
              <a:buFont typeface="Arial" pitchFamily="34" charset="0"/>
              <a:buNone/>
              <a:defRPr sz="3700" spc="-51" baseline="0">
                <a:solidFill>
                  <a:srgbClr val="000000"/>
                </a:solidFill>
                <a:effectLst/>
                <a:latin typeface="+mj-lt"/>
                <a:ea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Next:</a:t>
            </a:r>
          </a:p>
        </p:txBody>
      </p:sp>
    </p:spTree>
    <p:extLst>
      <p:ext uri="{BB962C8B-B14F-4D97-AF65-F5344CB8AC3E}">
        <p14:creationId xmlns:p14="http://schemas.microsoft.com/office/powerpoint/2010/main" val="406547413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1" orient="horz" pos="904">
          <p15:clr>
            <a:srgbClr val="5ACBF0"/>
          </p15:clr>
        </p15:guide>
        <p15:guide id="2" orient="horz" pos="288">
          <p15:clr>
            <a:srgbClr val="5ACBF0"/>
          </p15:clr>
        </p15:guide>
      </p15:sldGuideLst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slideLayout" Target="../slideLayouts/slideLayout58.xml"/><Relationship Id="rId59" Type="http://schemas.openxmlformats.org/officeDocument/2006/relationships/slideLayout" Target="../slideLayouts/slideLayout59.xml"/><Relationship Id="rId60" Type="http://schemas.openxmlformats.org/officeDocument/2006/relationships/slideLayout" Target="../slideLayouts/slideLayout60.xml"/><Relationship Id="rId61" Type="http://schemas.openxmlformats.org/officeDocument/2006/relationships/slideLayout" Target="../slideLayouts/slideLayout61.xml"/><Relationship Id="rId62" Type="http://schemas.openxmlformats.org/officeDocument/2006/relationships/slideLayout" Target="../slideLayouts/slideLayout62.xml"/><Relationship Id="rId63" Type="http://schemas.openxmlformats.org/officeDocument/2006/relationships/slideLayout" Target="../slideLayouts/slideLayout63.xml"/><Relationship Id="rId64" Type="http://schemas.openxmlformats.org/officeDocument/2006/relationships/slideLayout" Target="../slideLayouts/slideLayout64.xml"/><Relationship Id="rId65" Type="http://schemas.openxmlformats.org/officeDocument/2006/relationships/slideLayout" Target="../slideLayouts/slideLayout65.xml"/><Relationship Id="rId66" Type="http://schemas.openxmlformats.org/officeDocument/2006/relationships/slideLayout" Target="../slideLayouts/slideLayout66.xml"/><Relationship Id="rId67" Type="http://schemas.openxmlformats.org/officeDocument/2006/relationships/slideLayout" Target="../slideLayouts/slideLayout67.xml"/><Relationship Id="rId68" Type="http://schemas.openxmlformats.org/officeDocument/2006/relationships/slideLayout" Target="../slideLayouts/slideLayout68.xml"/><Relationship Id="rId69" Type="http://schemas.openxmlformats.org/officeDocument/2006/relationships/slideLayout" Target="../slideLayouts/slideLayout69.xml"/><Relationship Id="rId70" Type="http://schemas.openxmlformats.org/officeDocument/2006/relationships/slideLayout" Target="../slideLayouts/slideLayout70.xml"/><Relationship Id="rId71" Type="http://schemas.openxmlformats.org/officeDocument/2006/relationships/slideLayout" Target="../slideLayouts/slideLayout71.xml"/><Relationship Id="rId72" Type="http://schemas.openxmlformats.org/officeDocument/2006/relationships/theme" Target="../theme/theme1.xml"/><Relationship Id="rId73" Type="http://schemas.openxmlformats.org/officeDocument/2006/relationships/image" Target="../media/image1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blackWhite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584200" y="1435503"/>
            <a:ext cx="11018520" cy="16127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47" name="GRID" hidden="1">
            <a:extLst>
              <a:ext uri="{FF2B5EF4-FFF2-40B4-BE49-F238E27FC236}">
                <a16:creationId xmlns:a16="http://schemas.microsoft.com/office/drawing/2014/main" id="{32B5FFBF-552A-4973-B5B3-9EE3A765185F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5CD412E5-2492-4063-96AB-C451FC39F2B6}"/>
                </a:ext>
              </a:extLst>
            </p:cNvPr>
            <p:cNvCxnSpPr/>
            <p:nvPr/>
          </p:nvCxnSpPr>
          <p:spPr>
            <a:xfrm>
              <a:off x="0" y="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D25E7FAE-6A98-413B-871E-10F8DF6FF1E3}"/>
                </a:ext>
              </a:extLst>
            </p:cNvPr>
            <p:cNvCxnSpPr/>
            <p:nvPr/>
          </p:nvCxnSpPr>
          <p:spPr>
            <a:xfrm>
              <a:off x="0" y="29260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EF42BDE7-00A0-446E-9CEE-23DDF6A13E6E}"/>
                </a:ext>
              </a:extLst>
            </p:cNvPr>
            <p:cNvCxnSpPr/>
            <p:nvPr/>
          </p:nvCxnSpPr>
          <p:spPr>
            <a:xfrm>
              <a:off x="0" y="585216"/>
              <a:ext cx="12188952" cy="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AD48FF31-9C6A-4C0C-AB96-ED556488A1BA}"/>
                </a:ext>
              </a:extLst>
            </p:cNvPr>
            <p:cNvCxnSpPr/>
            <p:nvPr/>
          </p:nvCxnSpPr>
          <p:spPr>
            <a:xfrm>
              <a:off x="0" y="6272784"/>
              <a:ext cx="12188952" cy="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28D811B2-F122-4FF3-A4F6-E7291A5152BB}"/>
                </a:ext>
              </a:extLst>
            </p:cNvPr>
            <p:cNvCxnSpPr/>
            <p:nvPr/>
          </p:nvCxnSpPr>
          <p:spPr>
            <a:xfrm>
              <a:off x="0" y="656539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A2029335-BA6E-4B6F-B752-D02603169DE6}"/>
                </a:ext>
              </a:extLst>
            </p:cNvPr>
            <p:cNvCxnSpPr/>
            <p:nvPr/>
          </p:nvCxnSpPr>
          <p:spPr>
            <a:xfrm>
              <a:off x="0" y="685800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708D55A0-D16C-4191-B9F9-C95B51610B5E}"/>
                </a:ext>
              </a:extLst>
            </p:cNvPr>
            <p:cNvCxnSpPr/>
            <p:nvPr/>
          </p:nvCxnSpPr>
          <p:spPr>
            <a:xfrm>
              <a:off x="0" y="87782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DA3FCB58-9F61-404B-A493-7860A942FCC2}"/>
                </a:ext>
              </a:extLst>
            </p:cNvPr>
            <p:cNvCxnSpPr/>
            <p:nvPr/>
          </p:nvCxnSpPr>
          <p:spPr>
            <a:xfrm>
              <a:off x="0" y="117043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0EFD38DF-4402-499A-B7B2-D5BBF3AD467C}"/>
                </a:ext>
              </a:extLst>
            </p:cNvPr>
            <p:cNvCxnSpPr/>
            <p:nvPr/>
          </p:nvCxnSpPr>
          <p:spPr>
            <a:xfrm>
              <a:off x="0" y="146304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26DFD209-A624-4FEA-8F60-067FBF0CC1E8}"/>
                </a:ext>
              </a:extLst>
            </p:cNvPr>
            <p:cNvCxnSpPr/>
            <p:nvPr/>
          </p:nvCxnSpPr>
          <p:spPr>
            <a:xfrm>
              <a:off x="0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F1B8ED61-88C3-48AA-91A7-BFD779B3B3BA}"/>
                </a:ext>
              </a:extLst>
            </p:cNvPr>
            <p:cNvCxnSpPr/>
            <p:nvPr/>
          </p:nvCxnSpPr>
          <p:spPr>
            <a:xfrm>
              <a:off x="585216" y="0"/>
              <a:ext cx="0" cy="685800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822AC47D-49D2-4B9E-B580-53A7922E5654}"/>
                </a:ext>
              </a:extLst>
            </p:cNvPr>
            <p:cNvCxnSpPr/>
            <p:nvPr/>
          </p:nvCxnSpPr>
          <p:spPr>
            <a:xfrm>
              <a:off x="292608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20D7A2DB-4310-49CD-83F6-55B33BE76665}"/>
                </a:ext>
              </a:extLst>
            </p:cNvPr>
            <p:cNvCxnSpPr/>
            <p:nvPr/>
          </p:nvCxnSpPr>
          <p:spPr>
            <a:xfrm>
              <a:off x="877824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20C40071-7BC6-4682-9CD1-0631E07C9F11}"/>
                </a:ext>
              </a:extLst>
            </p:cNvPr>
            <p:cNvCxnSpPr/>
            <p:nvPr/>
          </p:nvCxnSpPr>
          <p:spPr>
            <a:xfrm>
              <a:off x="1170432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EE0ACFAA-26E9-44D2-BEF0-E02CAE93F397}"/>
                </a:ext>
              </a:extLst>
            </p:cNvPr>
            <p:cNvCxnSpPr/>
            <p:nvPr/>
          </p:nvCxnSpPr>
          <p:spPr>
            <a:xfrm>
              <a:off x="11021568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385D1186-93AE-4B67-8544-763E0B213AAC}"/>
                </a:ext>
              </a:extLst>
            </p:cNvPr>
            <p:cNvCxnSpPr/>
            <p:nvPr/>
          </p:nvCxnSpPr>
          <p:spPr>
            <a:xfrm>
              <a:off x="11606784" y="0"/>
              <a:ext cx="0" cy="685800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CB1D45AE-FC53-4BB4-A9CD-C563C03A1195}"/>
                </a:ext>
              </a:extLst>
            </p:cNvPr>
            <p:cNvCxnSpPr/>
            <p:nvPr/>
          </p:nvCxnSpPr>
          <p:spPr>
            <a:xfrm>
              <a:off x="11314176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8325177A-06D9-4C2A-B7EF-984A90245BF7}"/>
                </a:ext>
              </a:extLst>
            </p:cNvPr>
            <p:cNvCxnSpPr/>
            <p:nvPr/>
          </p:nvCxnSpPr>
          <p:spPr>
            <a:xfrm>
              <a:off x="11899392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2B67796-DF72-4C3B-A79D-7534FD3084C9}"/>
                </a:ext>
              </a:extLst>
            </p:cNvPr>
            <p:cNvCxnSpPr/>
            <p:nvPr/>
          </p:nvCxnSpPr>
          <p:spPr>
            <a:xfrm>
              <a:off x="12192000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C8B2C409-2FF7-4120-9E48-02A446B82DD6}"/>
                </a:ext>
              </a:extLst>
            </p:cNvPr>
            <p:cNvCxnSpPr/>
            <p:nvPr/>
          </p:nvCxnSpPr>
          <p:spPr>
            <a:xfrm>
              <a:off x="0" y="175564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F3E0130A-B11A-42AB-8439-3CB0569F1C08}"/>
                </a:ext>
              </a:extLst>
            </p:cNvPr>
            <p:cNvCxnSpPr/>
            <p:nvPr/>
          </p:nvCxnSpPr>
          <p:spPr>
            <a:xfrm>
              <a:off x="0" y="204825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0840B631-CB23-44B8-823B-56619D54F0E4}"/>
                </a:ext>
              </a:extLst>
            </p:cNvPr>
            <p:cNvCxnSpPr/>
            <p:nvPr/>
          </p:nvCxnSpPr>
          <p:spPr>
            <a:xfrm>
              <a:off x="0" y="234086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C7DD460B-BBE5-43D6-95DF-C1C1CC6239C6}"/>
                </a:ext>
              </a:extLst>
            </p:cNvPr>
            <p:cNvCxnSpPr/>
            <p:nvPr/>
          </p:nvCxnSpPr>
          <p:spPr>
            <a:xfrm>
              <a:off x="0" y="263347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7F5BEEB4-62B8-420A-9489-8319B9432C34}"/>
                </a:ext>
              </a:extLst>
            </p:cNvPr>
            <p:cNvCxnSpPr/>
            <p:nvPr/>
          </p:nvCxnSpPr>
          <p:spPr>
            <a:xfrm>
              <a:off x="0" y="292608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79242164-82A4-4DA9-B78C-33430C241872}"/>
                </a:ext>
              </a:extLst>
            </p:cNvPr>
            <p:cNvCxnSpPr/>
            <p:nvPr/>
          </p:nvCxnSpPr>
          <p:spPr>
            <a:xfrm>
              <a:off x="0" y="321868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1D8767DD-4892-4904-AE72-87087DD9CCC2}"/>
                </a:ext>
              </a:extLst>
            </p:cNvPr>
            <p:cNvCxnSpPr/>
            <p:nvPr/>
          </p:nvCxnSpPr>
          <p:spPr>
            <a:xfrm>
              <a:off x="0" y="351129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245FC793-2AD0-4021-B3FB-391EDDE6CB63}"/>
                </a:ext>
              </a:extLst>
            </p:cNvPr>
            <p:cNvCxnSpPr/>
            <p:nvPr/>
          </p:nvCxnSpPr>
          <p:spPr>
            <a:xfrm>
              <a:off x="0" y="380390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8091C6C8-296D-4AA9-8F03-7DEA5FA7D71A}"/>
                </a:ext>
              </a:extLst>
            </p:cNvPr>
            <p:cNvCxnSpPr/>
            <p:nvPr/>
          </p:nvCxnSpPr>
          <p:spPr>
            <a:xfrm>
              <a:off x="0" y="409651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71CBDA8A-698A-4B1C-BC41-CD72C2900FE8}"/>
                </a:ext>
              </a:extLst>
            </p:cNvPr>
            <p:cNvCxnSpPr/>
            <p:nvPr/>
          </p:nvCxnSpPr>
          <p:spPr>
            <a:xfrm>
              <a:off x="0" y="438912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F0780C82-EF19-43A2-BF1B-31FDFBA092CA}"/>
                </a:ext>
              </a:extLst>
            </p:cNvPr>
            <p:cNvCxnSpPr/>
            <p:nvPr/>
          </p:nvCxnSpPr>
          <p:spPr>
            <a:xfrm>
              <a:off x="0" y="468172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13492339-9370-44E2-8C4D-414393DEB764}"/>
                </a:ext>
              </a:extLst>
            </p:cNvPr>
            <p:cNvCxnSpPr/>
            <p:nvPr/>
          </p:nvCxnSpPr>
          <p:spPr>
            <a:xfrm>
              <a:off x="0" y="497433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EBF7CE2A-C0A7-4C6F-88B8-E40107AE34E8}"/>
                </a:ext>
              </a:extLst>
            </p:cNvPr>
            <p:cNvCxnSpPr/>
            <p:nvPr/>
          </p:nvCxnSpPr>
          <p:spPr>
            <a:xfrm>
              <a:off x="0" y="526694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CCD7A1D0-B060-4037-BFAE-80FAF89CC35F}"/>
                </a:ext>
              </a:extLst>
            </p:cNvPr>
            <p:cNvCxnSpPr/>
            <p:nvPr/>
          </p:nvCxnSpPr>
          <p:spPr>
            <a:xfrm>
              <a:off x="0" y="555955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2A121C21-7F60-43D7-B9B4-682B9D22E24D}"/>
                </a:ext>
              </a:extLst>
            </p:cNvPr>
            <p:cNvCxnSpPr/>
            <p:nvPr/>
          </p:nvCxnSpPr>
          <p:spPr>
            <a:xfrm>
              <a:off x="0" y="585216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.64 square" hidden="1">
            <a:extLst>
              <a:ext uri="{FF2B5EF4-FFF2-40B4-BE49-F238E27FC236}">
                <a16:creationId xmlns:a16="http://schemas.microsoft.com/office/drawing/2014/main" id="{90E0CE0A-15D7-405F-8DFA-B7F5AF47B03C}"/>
              </a:ext>
            </a:extLst>
          </p:cNvPr>
          <p:cNvSpPr/>
          <p:nvPr/>
        </p:nvSpPr>
        <p:spPr bwMode="auto">
          <a:xfrm>
            <a:off x="0" y="0"/>
            <a:ext cx="585216" cy="585216"/>
          </a:xfrm>
          <a:prstGeom prst="rect">
            <a:avLst/>
          </a:prstGeom>
          <a:solidFill>
            <a:schemeClr val="tx1">
              <a:alpha val="17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b="0" i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latin typeface="Segoe UI" panose="020B0502040204020203" pitchFamily="34" charset="0"/>
              <a:ea typeface="Segoe UI" pitchFamily="34" charset="0"/>
              <a:cs typeface="Segoe UI" panose="020B0502040204020203" pitchFamily="34" charset="0"/>
            </a:endParaRPr>
          </a:p>
        </p:txBody>
      </p:sp>
      <p:sp>
        <p:nvSpPr>
          <p:cNvPr id="35" name=".32 square" hidden="1">
            <a:extLst>
              <a:ext uri="{FF2B5EF4-FFF2-40B4-BE49-F238E27FC236}">
                <a16:creationId xmlns:a16="http://schemas.microsoft.com/office/drawing/2014/main" id="{09835393-211C-428D-B22F-51EE7A413599}"/>
              </a:ext>
            </a:extLst>
          </p:cNvPr>
          <p:cNvSpPr/>
          <p:nvPr/>
        </p:nvSpPr>
        <p:spPr bwMode="auto">
          <a:xfrm>
            <a:off x="0" y="0"/>
            <a:ext cx="292608" cy="292608"/>
          </a:xfrm>
          <a:prstGeom prst="rect">
            <a:avLst/>
          </a:prstGeom>
          <a:solidFill>
            <a:schemeClr val="tx1">
              <a:alpha val="17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b="0" i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latin typeface="Segoe UI" panose="020B0502040204020203" pitchFamily="34" charset="0"/>
              <a:ea typeface="Segoe UI" pitchFamily="34" charset="0"/>
              <a:cs typeface="Segoe UI" panose="020B0502040204020203" pitchFamily="34" charset="0"/>
            </a:endParaRPr>
          </a:p>
        </p:txBody>
      </p:sp>
      <p:pic>
        <p:nvPicPr>
          <p:cNvPr id="144" name="Graphic 143">
            <a:extLst>
              <a:ext uri="{FF2B5EF4-FFF2-40B4-BE49-F238E27FC236}">
                <a16:creationId xmlns:a16="http://schemas.microsoft.com/office/drawing/2014/main" id="{55FCE7D5-5796-0746-3173-EB75FBE85E4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3"/>
              </a:ext>
            </a:extLst>
          </a:blip>
          <a:srcRect/>
          <a:stretch/>
        </p:blipFill>
        <p:spPr>
          <a:xfrm rot="5400000">
            <a:off x="9509919" y="2743200"/>
            <a:ext cx="6858000" cy="137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86896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512" r:id="rId1"/>
    <p:sldLayoutId id="2147485502" r:id="rId2"/>
    <p:sldLayoutId id="2147485497" r:id="rId3"/>
    <p:sldLayoutId id="2147485523" r:id="rId4"/>
    <p:sldLayoutId id="2147485524" r:id="rId5"/>
    <p:sldLayoutId id="2147485513" r:id="rId6"/>
    <p:sldLayoutId id="2147485498" r:id="rId7"/>
    <p:sldLayoutId id="2147485514" r:id="rId8"/>
    <p:sldLayoutId id="2147485510" r:id="rId9"/>
    <p:sldLayoutId id="2147485515" r:id="rId10"/>
    <p:sldLayoutId id="2147485451" r:id="rId11"/>
    <p:sldLayoutId id="2147485503" r:id="rId12"/>
    <p:sldLayoutId id="2147485452" r:id="rId13"/>
    <p:sldLayoutId id="2147485453" r:id="rId14"/>
    <p:sldLayoutId id="2147485454" r:id="rId15"/>
    <p:sldLayoutId id="2147485455" r:id="rId16"/>
    <p:sldLayoutId id="2147485456" r:id="rId17"/>
    <p:sldLayoutId id="2147485457" r:id="rId18"/>
    <p:sldLayoutId id="2147485458" r:id="rId19"/>
    <p:sldLayoutId id="2147485459" r:id="rId20"/>
    <p:sldLayoutId id="2147485460" r:id="rId21"/>
    <p:sldLayoutId id="2147485461" r:id="rId22"/>
    <p:sldLayoutId id="2147485462" r:id="rId23"/>
    <p:sldLayoutId id="2147485463" r:id="rId24"/>
    <p:sldLayoutId id="2147485464" r:id="rId25"/>
    <p:sldLayoutId id="2147485465" r:id="rId26"/>
    <p:sldLayoutId id="2147485466" r:id="rId27"/>
    <p:sldLayoutId id="2147485467" r:id="rId28"/>
    <p:sldLayoutId id="2147485468" r:id="rId29"/>
    <p:sldLayoutId id="2147485469" r:id="rId30"/>
    <p:sldLayoutId id="2147485470" r:id="rId31"/>
    <p:sldLayoutId id="2147485471" r:id="rId32"/>
    <p:sldLayoutId id="2147485472" r:id="rId33"/>
    <p:sldLayoutId id="2147485473" r:id="rId34"/>
    <p:sldLayoutId id="2147485474" r:id="rId35"/>
    <p:sldLayoutId id="2147485475" r:id="rId36"/>
    <p:sldLayoutId id="2147485476" r:id="rId37"/>
    <p:sldLayoutId id="2147485477" r:id="rId38"/>
    <p:sldLayoutId id="2147485478" r:id="rId39"/>
    <p:sldLayoutId id="2147485479" r:id="rId40"/>
    <p:sldLayoutId id="2147485480" r:id="rId41"/>
    <p:sldLayoutId id="2147485481" r:id="rId42"/>
    <p:sldLayoutId id="2147485482" r:id="rId43"/>
    <p:sldLayoutId id="2147485483" r:id="rId44"/>
    <p:sldLayoutId id="2147485484" r:id="rId45"/>
    <p:sldLayoutId id="2147485485" r:id="rId46"/>
    <p:sldLayoutId id="2147485486" r:id="rId47"/>
    <p:sldLayoutId id="2147485487" r:id="rId48"/>
    <p:sldLayoutId id="2147485488" r:id="rId49"/>
    <p:sldLayoutId id="2147485518" r:id="rId50"/>
    <p:sldLayoutId id="2147485521" r:id="rId51"/>
    <p:sldLayoutId id="2147485520" r:id="rId52"/>
    <p:sldLayoutId id="2147485499" r:id="rId53"/>
    <p:sldLayoutId id="2147485491" r:id="rId54"/>
    <p:sldLayoutId id="2147485516" r:id="rId55"/>
    <p:sldLayoutId id="2147485525" r:id="rId56"/>
    <p:sldLayoutId id="2147485517" r:id="rId57"/>
    <p:sldLayoutId id="2147485519" r:id="rId58"/>
    <p:sldLayoutId id="2147485511" r:id="rId59"/>
    <p:sldLayoutId id="2147485490" r:id="rId60"/>
    <p:sldLayoutId id="2147485504" r:id="rId61"/>
    <p:sldLayoutId id="2147485505" r:id="rId62"/>
    <p:sldLayoutId id="2147485506" r:id="rId63"/>
    <p:sldLayoutId id="2147485507" r:id="rId64"/>
    <p:sldLayoutId id="2147485508" r:id="rId65"/>
    <p:sldLayoutId id="2147485509" r:id="rId66"/>
    <p:sldLayoutId id="2147485522" r:id="rId67"/>
    <p:sldLayoutId id="2147485493" r:id="rId68"/>
    <p:sldLayoutId id="2147485494" r:id="rId69"/>
    <p:sldLayoutId id="2147485495" r:id="rId70"/>
    <p:sldLayoutId id="2147485496" r:id="rId71"/>
  </p:sldLayoutIdLst>
  <p:transition>
    <p:fade/>
  </p:transition>
  <p:hf sldNum="0" hdr="0" ftr="0" dt="0"/>
  <p:txStyles>
    <p:titleStyle>
      <a:lvl1pPr algn="l" defTabSz="932742" rtl="0" eaLnBrk="1" latinLnBrk="0" hangingPunct="1">
        <a:lnSpc>
          <a:spcPct val="100000"/>
        </a:lnSpc>
        <a:spcBef>
          <a:spcPct val="0"/>
        </a:spcBef>
        <a:buNone/>
        <a:defRPr lang="en-US" sz="3600" b="0" i="0" kern="1200" cap="none" spc="-150" baseline="0" dirty="0" smtClean="0">
          <a:ln w="3175">
            <a:noFill/>
          </a:ln>
          <a:solidFill>
            <a:schemeClr val="tx2"/>
          </a:solidFill>
          <a:effectLst/>
          <a:latin typeface="+mj-lt"/>
          <a:ea typeface="+mn-ea"/>
          <a:cs typeface="Segoe UI" panose="020B0502040204020203" pitchFamily="34" charset="0"/>
        </a:defRPr>
      </a:lvl1pPr>
    </p:titleStyle>
    <p:bodyStyle>
      <a:lvl1pPr marL="228600" marR="0" indent="-228600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2800" b="0" i="0" kern="1200" spc="0" baseline="0">
          <a:solidFill>
            <a:schemeClr val="tx1"/>
          </a:solidFill>
          <a:latin typeface="+mn-lt"/>
          <a:ea typeface="+mn-ea"/>
          <a:cs typeface="Segoe UI" panose="020B0502040204020203" pitchFamily="34" charset="0"/>
        </a:defRPr>
      </a:lvl1pPr>
      <a:lvl2pPr marL="457200" marR="0" indent="-228600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2000" b="0" i="0" kern="1200" spc="0" baseline="0">
          <a:solidFill>
            <a:schemeClr val="tx1"/>
          </a:solidFill>
          <a:latin typeface="+mn-lt"/>
          <a:ea typeface="+mn-ea"/>
          <a:cs typeface="+mn-cs"/>
        </a:defRPr>
      </a:lvl2pPr>
      <a:lvl3pPr marL="657225" marR="0" indent="-200025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1600" b="0" i="0" kern="1200" spc="0" baseline="0">
          <a:solidFill>
            <a:schemeClr val="tx1"/>
          </a:solidFill>
          <a:latin typeface="+mn-lt"/>
          <a:ea typeface="+mn-ea"/>
          <a:cs typeface="+mn-cs"/>
        </a:defRPr>
      </a:lvl3pPr>
      <a:lvl4pPr marL="842963" marR="0" indent="-180975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1400" b="0" i="0" kern="1200" spc="0" baseline="0">
          <a:solidFill>
            <a:schemeClr val="tx1"/>
          </a:solidFill>
          <a:latin typeface="+mn-lt"/>
          <a:ea typeface="+mn-ea"/>
          <a:cs typeface="+mn-cs"/>
        </a:defRPr>
      </a:lvl4pPr>
      <a:lvl5pPr marL="1023938" marR="0" indent="-168275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1400" b="0" i="0" kern="1200" spc="0" baseline="0">
          <a:solidFill>
            <a:schemeClr val="tx1"/>
          </a:solidFill>
          <a:latin typeface="+mn-lt"/>
          <a:ea typeface="+mn-ea"/>
          <a:cs typeface="+mn-cs"/>
        </a:defRPr>
      </a:lvl5pPr>
      <a:lvl6pPr marL="2565040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31412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97783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964155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66371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32742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99113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65484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33185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9822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64597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730969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6" pos="360" userDrawn="1">
          <p15:clr>
            <a:srgbClr val="C35EA4"/>
          </p15:clr>
        </p15:guide>
        <p15:guide id="17" pos="7320" userDrawn="1">
          <p15:clr>
            <a:srgbClr val="C35EA4"/>
          </p15:clr>
        </p15:guide>
        <p15:guide id="25" orient="horz" pos="369">
          <p15:clr>
            <a:srgbClr val="C35EA4"/>
          </p15:clr>
        </p15:guide>
        <p15:guide id="26" orient="horz" pos="3949">
          <p15:clr>
            <a:srgbClr val="C35EA4"/>
          </p15:clr>
        </p15:guide>
        <p15:guide id="27" orient="horz" pos="184">
          <p15:clr>
            <a:srgbClr val="A4A3A4"/>
          </p15:clr>
        </p15:guide>
        <p15:guide id="28" pos="192" userDrawn="1">
          <p15:clr>
            <a:srgbClr val="A4A3A4"/>
          </p15:clr>
        </p15:guide>
        <p15:guide id="29" orient="horz" pos="4135">
          <p15:clr>
            <a:srgbClr val="A4A3A4"/>
          </p15:clr>
        </p15:guide>
        <p15:guide id="30" pos="7488" userDrawn="1">
          <p15:clr>
            <a:srgbClr val="A4A3A4"/>
          </p15:clr>
        </p15:guide>
        <p15:guide id="31" orient="horz" pos="4008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6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7.png"/><Relationship Id="rId4" Type="http://schemas.openxmlformats.org/officeDocument/2006/relationships/image" Target="../media/image48.png"/><Relationship Id="rId5" Type="http://schemas.openxmlformats.org/officeDocument/2006/relationships/image" Target="../media/image49.png"/><Relationship Id="rId6" Type="http://schemas.openxmlformats.org/officeDocument/2006/relationships/image" Target="../media/image50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1.png"/><Relationship Id="rId4" Type="http://schemas.openxmlformats.org/officeDocument/2006/relationships/image" Target="../media/image52.png"/><Relationship Id="rId5" Type="http://schemas.openxmlformats.org/officeDocument/2006/relationships/image" Target="../media/image5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5.png"/><Relationship Id="rId4" Type="http://schemas.openxmlformats.org/officeDocument/2006/relationships/image" Target="../media/image51.png"/><Relationship Id="rId5" Type="http://schemas.openxmlformats.org/officeDocument/2006/relationships/image" Target="../media/image5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2.png"/><Relationship Id="rId4" Type="http://schemas.openxmlformats.org/officeDocument/2006/relationships/image" Target="../media/image5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2.png"/><Relationship Id="rId4" Type="http://schemas.openxmlformats.org/officeDocument/2006/relationships/image" Target="../media/image58.png"/><Relationship Id="rId5" Type="http://schemas.openxmlformats.org/officeDocument/2006/relationships/image" Target="../media/image59.png"/><Relationship Id="rId6" Type="http://schemas.openxmlformats.org/officeDocument/2006/relationships/image" Target="../media/image60.png"/><Relationship Id="rId7" Type="http://schemas.openxmlformats.org/officeDocument/2006/relationships/image" Target="../media/image61.png"/><Relationship Id="rId8" Type="http://schemas.openxmlformats.org/officeDocument/2006/relationships/image" Target="../media/image6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7.png"/><Relationship Id="rId4" Type="http://schemas.openxmlformats.org/officeDocument/2006/relationships/image" Target="../media/image6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2.png"/><Relationship Id="rId4" Type="http://schemas.openxmlformats.org/officeDocument/2006/relationships/image" Target="../media/image58.png"/><Relationship Id="rId5" Type="http://schemas.openxmlformats.org/officeDocument/2006/relationships/image" Target="../media/image65.png"/><Relationship Id="rId6" Type="http://schemas.openxmlformats.org/officeDocument/2006/relationships/image" Target="../media/image60.png"/><Relationship Id="rId7" Type="http://schemas.openxmlformats.org/officeDocument/2006/relationships/image" Target="../media/image66.png"/><Relationship Id="rId8" Type="http://schemas.openxmlformats.org/officeDocument/2006/relationships/image" Target="../media/image6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3.png"/><Relationship Id="rId4" Type="http://schemas.openxmlformats.org/officeDocument/2006/relationships/image" Target="../media/image67.png"/><Relationship Id="rId5" Type="http://schemas.openxmlformats.org/officeDocument/2006/relationships/image" Target="../media/image6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6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From Python to Rust, Automatically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2"/>
          </p:nvPr>
        </p:nvSpPr>
        <p:spPr>
          <a:xfrm>
            <a:off x="584200" y="3751136"/>
            <a:ext cx="5394960" cy="492443"/>
          </a:xfrm>
        </p:spPr>
        <p:txBody>
          <a:bodyPr wrap="square"/>
          <a:lstStyle/>
          <a:p>
            <a:endParaRPr lang="en-US" dirty="0"/>
          </a:p>
          <a:p>
            <a:r>
              <a:rPr lang="en-US" dirty="0"/>
              <a:t>A </a:t>
            </a:r>
            <a:r>
              <a:rPr dirty="0"/>
              <a:t>multi-agent pipeline </a:t>
            </a:r>
            <a:r>
              <a:rPr lang="en-US" dirty="0"/>
              <a:t>for automatic </a:t>
            </a:r>
            <a:r>
              <a:rPr lang="en-US" b="1" dirty="0"/>
              <a:t>Code Migration</a:t>
            </a:r>
            <a:endParaRPr b="1" dirty="0"/>
          </a:p>
        </p:txBody>
      </p:sp>
      <p:sp>
        <p:nvSpPr>
          <p:cNvPr id="4" name="TextBox 3"/>
          <p:cNvSpPr txBox="1"/>
          <p:nvPr/>
        </p:nvSpPr>
        <p:spPr>
          <a:xfrm>
            <a:off x="585216" y="562356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6E6E6E"/>
                </a:solidFill>
                <a:latin typeface="Segoe UI"/>
              </a:rPr>
              <a:t>Farzad Habibi   ·   Internship final talk   ·   September 2026</a:t>
            </a:r>
          </a:p>
        </p:txBody>
      </p:sp>
      <p:pic>
        <p:nvPicPr>
          <p:cNvPr id="5" name="Picture 4" descr="sonic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5376" y="359090"/>
            <a:ext cx="1208024" cy="68406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749808"/>
            <a:ext cx="10908792" cy="603504"/>
          </a:xfrm>
        </p:spPr>
        <p:txBody>
          <a:bodyPr wrap="square"/>
          <a:lstStyle/>
          <a:p>
            <a:r>
              <a:t>What xcvrd is, and why it matters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40080" y="1572768"/>
            <a:ext cx="10908792" cy="0"/>
          </a:xfrm>
          <a:prstGeom prst="line">
            <a:avLst/>
          </a:prstGeom>
          <a:ln w="12700">
            <a:solidFill>
              <a:srgbClr val="D2D2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640080" y="1965960"/>
            <a:ext cx="4846320" cy="841248"/>
          </a:xfrm>
          <a:prstGeom prst="rect">
            <a:avLst/>
          </a:prstGeom>
          <a:solidFill>
            <a:srgbClr val="F2F2F2"/>
          </a:solidFill>
          <a:ln w="12700">
            <a:solidFill>
              <a:srgbClr val="D2D2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pic>
        <p:nvPicPr>
          <p:cNvPr id="5" name="Picture 4" descr="server_ch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2185415"/>
            <a:ext cx="274320" cy="2743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98448" y="2084831"/>
            <a:ext cx="35661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 i="0">
                <a:solidFill>
                  <a:srgbClr val="000000"/>
                </a:solidFill>
                <a:latin typeface="Segoe UI"/>
              </a:rPr>
              <a:t>An Azure datacenter switch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98448" y="2395728"/>
            <a:ext cx="39319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6E6E6E"/>
                </a:solidFill>
                <a:latin typeface="Segoe UI"/>
              </a:rPr>
              <a:t>the box in the rack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88920" y="2788920"/>
            <a:ext cx="5486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 i="0" dirty="0">
                <a:solidFill>
                  <a:srgbClr val="A1A1A1"/>
                </a:solidFill>
                <a:latin typeface="Segoe UI"/>
              </a:rPr>
              <a:t>↓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971800"/>
            <a:ext cx="4846320" cy="841248"/>
          </a:xfrm>
          <a:prstGeom prst="rect">
            <a:avLst/>
          </a:prstGeom>
          <a:solidFill>
            <a:srgbClr val="F2F2F2"/>
          </a:solidFill>
          <a:ln w="12700">
            <a:solidFill>
              <a:srgbClr val="D2D2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pic>
        <p:nvPicPr>
          <p:cNvPr id="10" name="Picture 9" descr="cube_cha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3191256"/>
            <a:ext cx="274320" cy="2743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298448" y="3090672"/>
            <a:ext cx="35661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 i="0">
                <a:solidFill>
                  <a:srgbClr val="000000"/>
                </a:solidFill>
                <a:latin typeface="Segoe UI"/>
              </a:rPr>
              <a:t>SONiC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98448" y="3401568"/>
            <a:ext cx="39319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6E6E6E"/>
                </a:solidFill>
                <a:latin typeface="Segoe UI"/>
              </a:rPr>
              <a:t>the open-source network OS Azure runs on its switches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88920" y="3794760"/>
            <a:ext cx="5486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 i="0" dirty="0">
                <a:solidFill>
                  <a:srgbClr val="A1A1A1"/>
                </a:solidFill>
                <a:latin typeface="Segoe UI"/>
              </a:rPr>
              <a:t>↓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3977639"/>
            <a:ext cx="4846320" cy="841248"/>
          </a:xfrm>
          <a:prstGeom prst="rect">
            <a:avLst/>
          </a:prstGeom>
          <a:solidFill>
            <a:srgbClr val="E6E6E6"/>
          </a:solidFill>
          <a:ln w="20320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pic>
        <p:nvPicPr>
          <p:cNvPr id="15" name="Picture 14" descr="terminal_cha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" y="4197096"/>
            <a:ext cx="274320" cy="27432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298448" y="4096511"/>
            <a:ext cx="35661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 i="0">
                <a:solidFill>
                  <a:srgbClr val="000000"/>
                </a:solidFill>
                <a:latin typeface="Segoe UI"/>
              </a:rPr>
              <a:t>xcvrd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98448" y="4407407"/>
            <a:ext cx="39319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6E6E6E"/>
                </a:solidFill>
                <a:latin typeface="Segoe UI"/>
              </a:rPr>
              <a:t>the daemon that owns the optical modules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88920" y="4800600"/>
            <a:ext cx="5486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 i="0" dirty="0">
                <a:solidFill>
                  <a:srgbClr val="A1A1A1"/>
                </a:solidFill>
                <a:latin typeface="Segoe UI"/>
              </a:rPr>
              <a:t>↓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4983480"/>
            <a:ext cx="4846320" cy="841248"/>
          </a:xfrm>
          <a:prstGeom prst="rect">
            <a:avLst/>
          </a:prstGeom>
          <a:solidFill>
            <a:srgbClr val="F2F2F2"/>
          </a:solidFill>
          <a:ln w="12700">
            <a:solidFill>
              <a:srgbClr val="D2D2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pic>
        <p:nvPicPr>
          <p:cNvPr id="20" name="Picture 19" descr="chip_cha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8680" y="5202936"/>
            <a:ext cx="274320" cy="27432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298448" y="5102352"/>
            <a:ext cx="35661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 i="0">
                <a:solidFill>
                  <a:srgbClr val="000000"/>
                </a:solidFill>
                <a:latin typeface="Segoe UI"/>
              </a:rPr>
              <a:t>Optical transceivers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98448" y="5413248"/>
            <a:ext cx="39319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6E6E6E"/>
                </a:solidFill>
                <a:latin typeface="Segoe UI"/>
              </a:rPr>
              <a:t>the pluggable optics in the faceplate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89320" y="1965960"/>
            <a:ext cx="55778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 dirty="0">
                <a:solidFill>
                  <a:srgbClr val="A1A1A1"/>
                </a:solidFill>
                <a:latin typeface="Segoe UI"/>
              </a:rPr>
              <a:t>WHAT IT DOES, ALL DAY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989320" y="2304288"/>
            <a:ext cx="5559552" cy="0"/>
          </a:xfrm>
          <a:prstGeom prst="line">
            <a:avLst/>
          </a:prstGeom>
          <a:ln w="12700">
            <a:solidFill>
              <a:srgbClr val="D2D2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5989320" y="2487168"/>
            <a:ext cx="5577840" cy="274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300"/>
              </a:spcAft>
            </a:pPr>
            <a:r>
              <a:rPr sz="1450" b="0" i="0" dirty="0">
                <a:solidFill>
                  <a:srgbClr val="3B3B3B"/>
                </a:solidFill>
                <a:latin typeface="Segoe UI"/>
              </a:rPr>
              <a:t>Notices a module being plugged in or pulled out</a:t>
            </a:r>
          </a:p>
          <a:p>
            <a:pPr algn="l">
              <a:spcAft>
                <a:spcPts val="1300"/>
              </a:spcAft>
            </a:pPr>
            <a:r>
              <a:rPr sz="1450" b="0" i="0" dirty="0">
                <a:solidFill>
                  <a:srgbClr val="3B3B3B"/>
                </a:solidFill>
                <a:latin typeface="Segoe UI"/>
              </a:rPr>
              <a:t>Reads its identity — vendor, part number, serial — from the module's on-board memory</a:t>
            </a:r>
          </a:p>
          <a:p>
            <a:pPr algn="l">
              <a:spcAft>
                <a:spcPts val="1300"/>
              </a:spcAft>
            </a:pPr>
            <a:r>
              <a:rPr sz="1450" b="0" i="0" dirty="0">
                <a:solidFill>
                  <a:srgbClr val="3B3B3B"/>
                </a:solidFill>
                <a:latin typeface="Segoe UI"/>
              </a:rPr>
              <a:t>Polls health telemetry:  temperature, voltage, transmit and receive optical power</a:t>
            </a:r>
          </a:p>
          <a:p>
            <a:pPr algn="l">
              <a:spcAft>
                <a:spcPts val="1300"/>
              </a:spcAft>
            </a:pPr>
            <a:r>
              <a:rPr sz="1450" b="0" i="0" dirty="0">
                <a:solidFill>
                  <a:srgbClr val="3B3B3B"/>
                </a:solidFill>
                <a:latin typeface="Segoe UI"/>
              </a:rPr>
              <a:t>Drives the link bring-up sequence the optics spec (CMIS) defines</a:t>
            </a:r>
          </a:p>
          <a:p>
            <a:pPr algn="l">
              <a:spcAft>
                <a:spcPts val="1300"/>
              </a:spcAft>
            </a:pPr>
            <a:r>
              <a:rPr sz="1450" b="0" i="0" dirty="0">
                <a:solidFill>
                  <a:srgbClr val="3B3B3B"/>
                </a:solidFill>
                <a:latin typeface="Segoe UI"/>
              </a:rPr>
              <a:t>Publishes all of it to </a:t>
            </a:r>
            <a:r>
              <a:rPr sz="1450" b="0" i="0" dirty="0" err="1">
                <a:solidFill>
                  <a:srgbClr val="3B3B3B"/>
                </a:solidFill>
                <a:latin typeface="Segoe UI"/>
              </a:rPr>
              <a:t>SONiC's</a:t>
            </a:r>
            <a:r>
              <a:rPr sz="1450" b="0" i="0" dirty="0">
                <a:solidFill>
                  <a:srgbClr val="3B3B3B"/>
                </a:solidFill>
                <a:latin typeface="Segoe UI"/>
              </a:rPr>
              <a:t> state database, where the rest of the stack and all optics telemetry read it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989320" y="5257800"/>
            <a:ext cx="5559552" cy="77724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000000"/>
                </a:solidFill>
                <a:latin typeface="Segoe UI"/>
              </a:rPr>
              <a:t>If xcvrd is wrong, optics telemetry is wrong</a:t>
            </a:r>
          </a:p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000000"/>
                </a:solidFill>
                <a:latin typeface="Segoe UI"/>
              </a:rPr>
              <a:t>— and links don't come up.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 animBg="1"/>
      <p:bldP spid="11" grpId="0"/>
      <p:bldP spid="12" grpId="0"/>
      <p:bldP spid="13" grpId="0"/>
      <p:bldP spid="14" grpId="0" animBg="1"/>
      <p:bldP spid="16" grpId="0"/>
      <p:bldP spid="17" grpId="0"/>
      <p:bldP spid="18" grpId="0"/>
      <p:bldP spid="19" grpId="0" animBg="1"/>
      <p:bldP spid="21" grpId="0"/>
      <p:bldP spid="22" grpId="0"/>
      <p:bldP spid="23" grpId="0"/>
      <p:bldP spid="25" grpId="0"/>
      <p:bldP spid="26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749808"/>
            <a:ext cx="10908792" cy="553998"/>
          </a:xfrm>
        </p:spPr>
        <p:txBody>
          <a:bodyPr wrap="square"/>
          <a:lstStyle/>
          <a:p>
            <a:r>
              <a:rPr dirty="0"/>
              <a:t>The task: Code Migration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40080" y="1572768"/>
            <a:ext cx="10908792" cy="0"/>
          </a:xfrm>
          <a:prstGeom prst="line">
            <a:avLst/>
          </a:prstGeom>
          <a:ln w="12700">
            <a:solidFill>
              <a:srgbClr val="D2D2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40080" y="1874519"/>
            <a:ext cx="1090879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3B3B3B"/>
                </a:solidFill>
                <a:latin typeface="Segoe UI"/>
              </a:rPr>
              <a:t>Take that daemon — about 10,000 lines of Python — and rewrite it in Rust.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2648151"/>
            <a:ext cx="3017520" cy="1417320"/>
          </a:xfrm>
          <a:prstGeom prst="rect">
            <a:avLst/>
          </a:prstGeom>
          <a:solidFill>
            <a:srgbClr val="F2F2F2"/>
          </a:solidFill>
          <a:ln w="12700">
            <a:solidFill>
              <a:srgbClr val="D2D2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201168" rtlCol="0" anchor="b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000000"/>
                </a:solidFill>
                <a:latin typeface="Segoe UI"/>
              </a:rPr>
              <a:t>xcvrd — Python</a:t>
            </a:r>
          </a:p>
          <a:p>
            <a:pPr algn="ctr">
              <a:spcAft>
                <a:spcPts val="200"/>
              </a:spcAft>
            </a:pPr>
            <a:r>
              <a:rPr sz="1200" b="0" i="0">
                <a:solidFill>
                  <a:srgbClr val="6E6E6E"/>
                </a:solidFill>
                <a:latin typeface="Segoe UI"/>
              </a:rPr>
              <a:t>~10k lines, runs on every switch</a:t>
            </a:r>
          </a:p>
        </p:txBody>
      </p:sp>
      <p:pic>
        <p:nvPicPr>
          <p:cNvPr id="6" name="Picture 5" descr="terminal_azch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2536" y="2803599"/>
            <a:ext cx="292608" cy="29260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794760" y="3077919"/>
            <a:ext cx="8229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0" i="0">
                <a:solidFill>
                  <a:srgbClr val="A1A1A1"/>
                </a:solidFill>
                <a:latin typeface="Segoe UI"/>
              </a:rP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4663440" y="2648151"/>
            <a:ext cx="28346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2D2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164592" rtlCol="0" anchor="b"/>
          <a:lstStyle/>
          <a:p>
            <a:pPr algn="ctr">
              <a:spcAft>
                <a:spcPts val="200"/>
              </a:spcAft>
            </a:pPr>
            <a:r>
              <a:rPr sz="3200" b="1" i="0">
                <a:solidFill>
                  <a:srgbClr val="A1A1A1"/>
                </a:solidFill>
                <a:latin typeface="Segoe UI Light"/>
              </a:rPr>
              <a:t>?</a:t>
            </a:r>
          </a:p>
        </p:txBody>
      </p:sp>
      <p:pic>
        <p:nvPicPr>
          <p:cNvPr id="9" name="Picture 8" descr="robot_azlgre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34456" y="2803599"/>
            <a:ext cx="292608" cy="29260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635240" y="3077919"/>
            <a:ext cx="8229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0" i="0">
                <a:solidFill>
                  <a:srgbClr val="A1A1A1"/>
                </a:solidFill>
                <a:latin typeface="Segoe UI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531352" y="2648151"/>
            <a:ext cx="3017520" cy="1417320"/>
          </a:xfrm>
          <a:prstGeom prst="rect">
            <a:avLst/>
          </a:prstGeom>
          <a:solidFill>
            <a:srgbClr val="F2F2F2"/>
          </a:solidFill>
          <a:ln w="20320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201168" rtlCol="0" anchor="b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000000"/>
                </a:solidFill>
                <a:latin typeface="Segoe UI"/>
              </a:rPr>
              <a:t>xcvrd — Rust</a:t>
            </a:r>
          </a:p>
          <a:p>
            <a:pPr algn="ctr">
              <a:spcAft>
                <a:spcPts val="200"/>
              </a:spcAft>
            </a:pPr>
            <a:r>
              <a:rPr sz="1200" b="0" i="0">
                <a:solidFill>
                  <a:srgbClr val="6E6E6E"/>
                </a:solidFill>
                <a:latin typeface="Segoe UI"/>
              </a:rPr>
              <a:t>same behavior, provably</a:t>
            </a:r>
          </a:p>
        </p:txBody>
      </p:sp>
      <p:pic>
        <p:nvPicPr>
          <p:cNvPr id="12" name="Picture 11" descr="check_azblu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93808" y="2803599"/>
            <a:ext cx="292608" cy="2926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40080" y="4526282"/>
            <a:ext cx="10908792" cy="19492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85750" indent="-285750" algn="l">
              <a:spcAft>
                <a:spcPts val="1400"/>
              </a:spcAft>
              <a:buFont typeface="Arial" panose="020B0604020202020204" pitchFamily="34" charset="0"/>
              <a:buChar char="•"/>
            </a:pPr>
            <a:r>
              <a:rPr sz="1600" b="0" i="0" dirty="0">
                <a:solidFill>
                  <a:srgbClr val="3B3B3B"/>
                </a:solidFill>
                <a:latin typeface="Segoe UI"/>
              </a:rPr>
              <a:t>Why bother:</a:t>
            </a:r>
            <a:endParaRPr lang="en-US" sz="1600" b="0" i="0" dirty="0">
              <a:solidFill>
                <a:srgbClr val="3B3B3B"/>
              </a:solidFill>
              <a:latin typeface="Segoe UI"/>
            </a:endParaRPr>
          </a:p>
          <a:p>
            <a:pPr marL="742933" lvl="1" indent="-285750">
              <a:spcAft>
                <a:spcPts val="1400"/>
              </a:spcAft>
              <a:buFont typeface="Arial" panose="020B0604020202020204" pitchFamily="34" charset="0"/>
              <a:buChar char="•"/>
            </a:pPr>
            <a:r>
              <a:rPr lang="en-US" sz="1600" b="0" i="0" dirty="0">
                <a:solidFill>
                  <a:srgbClr val="3B3B3B"/>
                </a:solidFill>
                <a:latin typeface="Segoe UI"/>
              </a:rPr>
              <a:t>Memory safety without a garbage collector</a:t>
            </a:r>
          </a:p>
          <a:p>
            <a:pPr marL="742933" lvl="1" indent="-285750">
              <a:spcAft>
                <a:spcPts val="1400"/>
              </a:spcAft>
              <a:buFont typeface="Arial" panose="020B0604020202020204" pitchFamily="34" charset="0"/>
              <a:buChar char="•"/>
            </a:pPr>
            <a:r>
              <a:rPr lang="en-US" sz="1600" b="0" i="0" dirty="0">
                <a:solidFill>
                  <a:srgbClr val="3B3B3B"/>
                </a:solidFill>
                <a:latin typeface="Segoe UI"/>
              </a:rPr>
              <a:t>Predictable performance  </a:t>
            </a:r>
          </a:p>
          <a:p>
            <a:pPr marL="742933" lvl="1" indent="-285750">
              <a:spcAft>
                <a:spcPts val="1400"/>
              </a:spcAft>
              <a:buFont typeface="Arial" panose="020B0604020202020204" pitchFamily="34" charset="0"/>
              <a:buChar char="•"/>
            </a:pPr>
            <a:r>
              <a:rPr lang="en-US" sz="1600" b="0" i="0" dirty="0">
                <a:solidFill>
                  <a:srgbClr val="3B3B3B"/>
                </a:solidFill>
                <a:latin typeface="Segoe UI"/>
              </a:rPr>
              <a:t>Reliability &amp; maintainability</a:t>
            </a:r>
          </a:p>
          <a:p>
            <a:pPr marL="742933" lvl="1" indent="-285750">
              <a:spcAft>
                <a:spcPts val="1400"/>
              </a:spcAft>
              <a:buFont typeface="Arial" panose="020B0604020202020204" pitchFamily="34" charset="0"/>
              <a:buChar char="•"/>
            </a:pPr>
            <a:r>
              <a:rPr lang="en-US" sz="1600" b="0" i="0" dirty="0">
                <a:solidFill>
                  <a:srgbClr val="3B3B3B"/>
                </a:solidFill>
                <a:latin typeface="Segoe UI"/>
              </a:rPr>
              <a:t>Easy for LLMs to target </a:t>
            </a:r>
            <a:r>
              <a:rPr lang="en-US" sz="1600" dirty="0">
                <a:solidFill>
                  <a:srgbClr val="3B3B3B"/>
                </a:solidFill>
                <a:latin typeface="Segoe UI"/>
              </a:rPr>
              <a:t> and understand</a:t>
            </a:r>
            <a:endParaRPr sz="1600" b="0" i="0" dirty="0">
              <a:solidFill>
                <a:srgbClr val="3B3B3B"/>
              </a:solidFill>
              <a:latin typeface="Segoe U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749808"/>
            <a:ext cx="10908792" cy="603504"/>
          </a:xfrm>
        </p:spPr>
        <p:txBody>
          <a:bodyPr wrap="square"/>
          <a:lstStyle/>
          <a:p>
            <a:r>
              <a:t>So just ask an LLM to translate it?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40080" y="1572768"/>
            <a:ext cx="10908792" cy="0"/>
          </a:xfrm>
          <a:prstGeom prst="line">
            <a:avLst/>
          </a:prstGeom>
          <a:ln w="12700">
            <a:solidFill>
              <a:srgbClr val="D2D2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640080" y="2103120"/>
            <a:ext cx="3410712" cy="2057400"/>
          </a:xfrm>
          <a:prstGeom prst="rect">
            <a:avLst/>
          </a:prstGeom>
          <a:solidFill>
            <a:srgbClr val="F2F2F2"/>
          </a:solidFill>
          <a:ln w="12700">
            <a:solidFill>
              <a:srgbClr val="D2D2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pic>
        <p:nvPicPr>
          <p:cNvPr id="5" name="Picture 4" descr="cross_azlgre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377440"/>
            <a:ext cx="274320" cy="2743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14400" y="2798064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50" b="1" i="0">
                <a:solidFill>
                  <a:srgbClr val="000000"/>
                </a:solidFill>
                <a:latin typeface="Segoe UI"/>
              </a:rPr>
              <a:t>Too big for one pass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310128"/>
            <a:ext cx="28803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6E6E6E"/>
                </a:solidFill>
                <a:latin typeface="Segoe UI"/>
              </a:rPr>
              <a:t>A whole daemon in one shot exceeds what any model handles reliably.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0" y="2103120"/>
            <a:ext cx="3410712" cy="2057400"/>
          </a:xfrm>
          <a:prstGeom prst="rect">
            <a:avLst/>
          </a:prstGeom>
          <a:solidFill>
            <a:srgbClr val="F2F2F2"/>
          </a:solidFill>
          <a:ln w="12700">
            <a:solidFill>
              <a:srgbClr val="D2D2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pic>
        <p:nvPicPr>
          <p:cNvPr id="9" name="Picture 8" descr="cross_azlgre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3440" y="2377440"/>
            <a:ext cx="274320" cy="2743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663440" y="2798064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50" b="1" i="0">
                <a:solidFill>
                  <a:srgbClr val="000000"/>
                </a:solidFill>
                <a:latin typeface="Segoe UI"/>
              </a:rPr>
              <a:t>It compiles — but is wrong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3310128"/>
            <a:ext cx="28803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 dirty="0">
                <a:solidFill>
                  <a:srgbClr val="6E6E6E"/>
                </a:solidFill>
                <a:latin typeface="Segoe UI"/>
              </a:rPr>
              <a:t>Plausible Rust with drifted behavior. The compiler can't see intent.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38159" y="2103120"/>
            <a:ext cx="3410712" cy="2057400"/>
          </a:xfrm>
          <a:prstGeom prst="rect">
            <a:avLst/>
          </a:prstGeom>
          <a:solidFill>
            <a:srgbClr val="F2F2F2"/>
          </a:solidFill>
          <a:ln w="12700">
            <a:solidFill>
              <a:srgbClr val="D2D2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pic>
        <p:nvPicPr>
          <p:cNvPr id="13" name="Picture 12" descr="cross_azlgre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2377440"/>
            <a:ext cx="274320" cy="2743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412480" y="2798064"/>
            <a:ext cx="3017520" cy="2385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lang="en-US" sz="1550" b="1" i="0" dirty="0">
                <a:solidFill>
                  <a:srgbClr val="000000"/>
                </a:solidFill>
                <a:latin typeface="Segoe UI"/>
              </a:rPr>
              <a:t>Not verifiable</a:t>
            </a:r>
            <a:endParaRPr sz="1550" b="1" i="0" dirty="0">
              <a:solidFill>
                <a:srgbClr val="000000"/>
              </a:solidFill>
              <a:latin typeface="Segoe UI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412480" y="3310128"/>
            <a:ext cx="28803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6E6E6E"/>
                </a:solidFill>
                <a:latin typeface="Segoe UI"/>
              </a:rPr>
              <a:t>The daemon's existing tests are mostly mocks — they test plumbing, not behavior.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4617720"/>
            <a:ext cx="10908792" cy="100584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200"/>
              </a:spcAft>
            </a:pPr>
            <a:r>
              <a:rPr sz="2200" b="1" i="0">
                <a:solidFill>
                  <a:srgbClr val="000000"/>
                </a:solidFill>
                <a:latin typeface="Segoe UI Light"/>
              </a:rPr>
              <a:t>You can only automate what you can verify.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852160"/>
            <a:ext cx="10908792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lang="en-US" sz="1800" b="0" i="0" dirty="0">
                <a:solidFill>
                  <a:srgbClr val="00B050"/>
                </a:solidFill>
                <a:latin typeface="Segoe UI"/>
              </a:rPr>
              <a:t>So:  </a:t>
            </a:r>
            <a:r>
              <a:rPr lang="en-US" sz="1800" b="0" i="0" dirty="0">
                <a:solidFill>
                  <a:srgbClr val="6E6E6E"/>
                </a:solidFill>
                <a:latin typeface="Segoe UI"/>
              </a:rPr>
              <a:t>we need a hardware-free but faithful oracle before we can trust any automated port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749808"/>
            <a:ext cx="10908792" cy="603504"/>
          </a:xfrm>
        </p:spPr>
        <p:txBody>
          <a:bodyPr wrap="square"/>
          <a:lstStyle/>
          <a:p>
            <a:r>
              <a:t>Step 1 — ground truth without hardware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40080" y="1572768"/>
            <a:ext cx="10908792" cy="0"/>
          </a:xfrm>
          <a:prstGeom prst="line">
            <a:avLst/>
          </a:prstGeom>
          <a:ln w="12700">
            <a:solidFill>
              <a:srgbClr val="D2D2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40080" y="1810512"/>
            <a:ext cx="1090879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6E6E6E"/>
                </a:solidFill>
                <a:latin typeface="Segoe UI"/>
              </a:rPr>
              <a:t>An “oracle” is just something that can tell right from wrong. Ours runs the real daemon against fake optics and checks what it publishes.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2331720"/>
            <a:ext cx="2697480" cy="1600200"/>
          </a:xfrm>
          <a:prstGeom prst="rect">
            <a:avLst/>
          </a:prstGeom>
          <a:solidFill>
            <a:srgbClr val="F2F2F2"/>
          </a:solidFill>
          <a:ln w="12700">
            <a:solidFill>
              <a:srgbClr val="D2D2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164592" rtlCol="0" anchor="b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000000"/>
                </a:solidFill>
                <a:latin typeface="Segoe UI"/>
              </a:rPr>
              <a:t>xcvr-emu</a:t>
            </a:r>
          </a:p>
          <a:p>
            <a:pPr algn="ctr">
              <a:spcAft>
                <a:spcPts val="200"/>
              </a:spcAft>
            </a:pPr>
            <a:r>
              <a:rPr sz="1150" b="0" i="0">
                <a:solidFill>
                  <a:srgbClr val="6E6E6E"/>
                </a:solidFill>
                <a:latin typeface="Segoe UI"/>
              </a:rPr>
              <a:t>fake optics in software:  their</a:t>
            </a:r>
          </a:p>
          <a:p>
            <a:pPr algn="ctr">
              <a:spcAft>
                <a:spcPts val="200"/>
              </a:spcAft>
            </a:pPr>
            <a:r>
              <a:rPr sz="1150" b="0" i="0">
                <a:solidFill>
                  <a:srgbClr val="6E6E6E"/>
                </a:solidFill>
                <a:latin typeface="Segoe UI"/>
              </a:rPr>
              <a:t>memory, sensors, link state machine</a:t>
            </a:r>
          </a:p>
        </p:txBody>
      </p:sp>
      <p:pic>
        <p:nvPicPr>
          <p:cNvPr id="6" name="Picture 5" descr="chip_azch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2515" y="2468880"/>
            <a:ext cx="292608" cy="29260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429000" y="2788920"/>
            <a:ext cx="9601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A1A1A1"/>
                </a:solidFill>
                <a:latin typeface="Segoe UI"/>
              </a:rPr>
              <a:t>← gRPC 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4434840" y="2331720"/>
            <a:ext cx="2788920" cy="1600200"/>
          </a:xfrm>
          <a:prstGeom prst="rect">
            <a:avLst/>
          </a:prstGeom>
          <a:solidFill>
            <a:srgbClr val="F2F2F2"/>
          </a:solidFill>
          <a:ln w="12700">
            <a:solidFill>
              <a:srgbClr val="D2D2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164592" rtlCol="0" anchor="b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000000"/>
                </a:solidFill>
                <a:latin typeface="Segoe UI"/>
              </a:rPr>
              <a:t>the real xcvrd</a:t>
            </a:r>
          </a:p>
          <a:p>
            <a:pPr algn="ctr">
              <a:spcAft>
                <a:spcPts val="200"/>
              </a:spcAft>
            </a:pPr>
            <a:r>
              <a:rPr sz="1150" b="0" i="0">
                <a:solidFill>
                  <a:srgbClr val="6E6E6E"/>
                </a:solidFill>
                <a:latin typeface="Segoe UI"/>
              </a:rPr>
              <a:t>the unmodified daemon, on a</a:t>
            </a:r>
          </a:p>
          <a:p>
            <a:pPr algn="ctr">
              <a:spcAft>
                <a:spcPts val="200"/>
              </a:spcAft>
            </a:pPr>
            <a:r>
              <a:rPr sz="1150" b="0" i="0">
                <a:solidFill>
                  <a:srgbClr val="6E6E6E"/>
                </a:solidFill>
                <a:latin typeface="Segoe UI"/>
              </a:rPr>
              <a:t>fake hardware layer I wrote</a:t>
            </a:r>
          </a:p>
        </p:txBody>
      </p:sp>
      <p:pic>
        <p:nvPicPr>
          <p:cNvPr id="9" name="Picture 8" descr="terminal_azcha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82996" y="2468880"/>
            <a:ext cx="292608" cy="29260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315200" y="2788920"/>
            <a:ext cx="8686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200" b="0" i="0">
                <a:solidFill>
                  <a:srgbClr val="A1A1A1"/>
                </a:solidFill>
                <a:latin typeface="Segoe UI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83879" y="2331720"/>
            <a:ext cx="3364992" cy="1600200"/>
          </a:xfrm>
          <a:prstGeom prst="rect">
            <a:avLst/>
          </a:prstGeom>
          <a:solidFill>
            <a:srgbClr val="F2F2F2"/>
          </a:solidFill>
          <a:ln w="12700">
            <a:solidFill>
              <a:srgbClr val="D2D2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274320" rtlCol="0" anchor="b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000000"/>
                </a:solidFill>
                <a:latin typeface="Segoe UI"/>
              </a:rPr>
              <a:t>SONiC's state database</a:t>
            </a:r>
          </a:p>
          <a:p>
            <a:pPr algn="ctr">
              <a:spcAft>
                <a:spcPts val="200"/>
              </a:spcAft>
            </a:pPr>
            <a:r>
              <a:rPr sz="1150" b="0" i="0">
                <a:solidFill>
                  <a:srgbClr val="6E6E6E"/>
                </a:solidFill>
                <a:latin typeface="Segoe UI"/>
              </a:rPr>
              <a:t>what the daemon published</a:t>
            </a:r>
          </a:p>
        </p:txBody>
      </p:sp>
      <p:pic>
        <p:nvPicPr>
          <p:cNvPr id="12" name="Picture 11" descr="database_azcha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20072" y="2468880"/>
            <a:ext cx="292608" cy="292608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640080" y="4297680"/>
            <a:ext cx="10908792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2D2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200"/>
              </a:spcAft>
            </a:pPr>
            <a:r>
              <a:rPr sz="1700" b="1" i="0">
                <a:solidFill>
                  <a:srgbClr val="000000"/>
                </a:solidFill>
                <a:latin typeface="Segoe UI"/>
              </a:rPr>
              <a:t>~100 tests, all the same shape:   poke the fake optics  →  wait  →  check what the daemon published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650992"/>
            <a:ext cx="10908792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6E6E6E"/>
                </a:solidFill>
                <a:latin typeface="Segoe UI"/>
              </a:rPr>
              <a:t>Plug and unplug, module identity, optical telemetry, link bring-up, injected faults, firmware, resets and reboots.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6E6E6E"/>
                </a:solidFill>
                <a:latin typeface="Segoe UI"/>
              </a:rPr>
              <a:t>Sanity check:  a do-nothing xcvrd fails the suite — the tests actually bite.  And on Python it agrees with SONiC's own community test suite.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749808"/>
            <a:ext cx="10908792" cy="603504"/>
          </a:xfrm>
        </p:spPr>
        <p:txBody>
          <a:bodyPr wrap="square"/>
          <a:lstStyle/>
          <a:p>
            <a:r>
              <a:t>Step 2 — now automate the port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40080" y="1572768"/>
            <a:ext cx="10908792" cy="0"/>
          </a:xfrm>
          <a:prstGeom prst="line">
            <a:avLst/>
          </a:prstGeom>
          <a:ln w="12700">
            <a:solidFill>
              <a:srgbClr val="D2D2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40080" y="1965960"/>
            <a:ext cx="1090879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0" i="0">
                <a:solidFill>
                  <a:srgbClr val="3B3B3B"/>
                </a:solidFill>
                <a:latin typeface="Segoe UI"/>
              </a:rPr>
              <a:t>With an oracle, the port becomes a loop instead of a leap.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2743200"/>
            <a:ext cx="512064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2D2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pic>
        <p:nvPicPr>
          <p:cNvPr id="6" name="Picture 5" descr="robot_azlgre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93792" y="2962656"/>
            <a:ext cx="292608" cy="29260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60120" y="3035808"/>
            <a:ext cx="4480560" cy="2616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latin typeface="Segoe UI"/>
              </a:rPr>
              <a:t>one big prompt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3566160"/>
            <a:ext cx="4480560" cy="7976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450" b="0" i="0">
                <a:latin typeface="Segoe UI"/>
              </a:rPr>
              <a:t>Translate 10k lines in one shot and hope.</a:t>
            </a:r>
          </a:p>
          <a:p>
            <a:pPr algn="l">
              <a:spcAft>
                <a:spcPts val="1000"/>
              </a:spcAft>
            </a:pPr>
            <a:r>
              <a:rPr sz="1450" b="0" i="0">
                <a:latin typeface="Segoe UI"/>
              </a:rPr>
              <a:t>No slice small enough to check, and nothing that says when it's done.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4663440"/>
            <a:ext cx="448056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 dirty="0">
                <a:solidFill>
                  <a:srgbClr val="FF5C39"/>
                </a:solidFill>
                <a:latin typeface="Segoe UI"/>
              </a:rPr>
              <a:t>✗  unverifiable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2160" y="3749039"/>
            <a:ext cx="502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0" i="0">
                <a:solidFill>
                  <a:srgbClr val="A1A1A1"/>
                </a:solidFill>
                <a:latin typeface="Segoe UI Light"/>
              </a:rPr>
              <a:t>vs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28232" y="2743200"/>
            <a:ext cx="5120640" cy="2331720"/>
          </a:xfrm>
          <a:prstGeom prst="rect">
            <a:avLst/>
          </a:prstGeom>
          <a:solidFill>
            <a:srgbClr val="F2F2F2"/>
          </a:solidFill>
          <a:ln w="22860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pic>
        <p:nvPicPr>
          <p:cNvPr id="12" name="Picture 11" descr="loop_azblu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81944" y="2962656"/>
            <a:ext cx="292608" cy="2926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748272" y="3035808"/>
            <a:ext cx="4480560" cy="2616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 dirty="0">
                <a:solidFill>
                  <a:srgbClr val="000000"/>
                </a:solidFill>
                <a:latin typeface="Segoe UI"/>
              </a:rPr>
              <a:t>a </a:t>
            </a:r>
            <a:r>
              <a:rPr lang="en-US" sz="1700" b="1" i="0" dirty="0">
                <a:solidFill>
                  <a:srgbClr val="000000"/>
                </a:solidFill>
                <a:latin typeface="Segoe UI"/>
              </a:rPr>
              <a:t>deterministic </a:t>
            </a:r>
            <a:r>
              <a:rPr sz="1700" b="1" i="0" dirty="0">
                <a:solidFill>
                  <a:srgbClr val="000000"/>
                </a:solidFill>
                <a:latin typeface="Segoe UI"/>
              </a:rPr>
              <a:t>loop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48272" y="3566160"/>
            <a:ext cx="448056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450" b="0" i="0">
                <a:solidFill>
                  <a:srgbClr val="3B3B3B"/>
                </a:solidFill>
                <a:latin typeface="Segoe UI"/>
              </a:rPr>
              <a:t>Translate one milestone  →  run the oracle  →  feed the failures back  →  repeat.</a:t>
            </a:r>
          </a:p>
          <a:p>
            <a:pPr algn="l">
              <a:spcAft>
                <a:spcPts val="1000"/>
              </a:spcAft>
            </a:pPr>
            <a:r>
              <a:rPr sz="1450" b="0" i="0">
                <a:solidFill>
                  <a:srgbClr val="3B3B3B"/>
                </a:solidFill>
                <a:latin typeface="Segoe UI"/>
              </a:rPr>
              <a:t>Small enough for an agent to get right — and the tests, not the model, say when it is.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48272" y="4663440"/>
            <a:ext cx="44805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0078D4"/>
                </a:solidFill>
                <a:latin typeface="Segoe UI"/>
              </a:rPr>
              <a:t>✓  verified at every step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749808"/>
            <a:ext cx="10908792" cy="553998"/>
          </a:xfrm>
        </p:spPr>
        <p:txBody>
          <a:bodyPr wrap="square"/>
          <a:lstStyle/>
          <a:p>
            <a:r>
              <a:rPr dirty="0"/>
              <a:t>The multi-agent pipeline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40080" y="1572768"/>
            <a:ext cx="10908792" cy="0"/>
          </a:xfrm>
          <a:prstGeom prst="line">
            <a:avLst/>
          </a:prstGeom>
          <a:ln w="12700">
            <a:solidFill>
              <a:srgbClr val="D2D2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ounded Rectangle 3"/>
          <p:cNvSpPr/>
          <p:nvPr/>
        </p:nvSpPr>
        <p:spPr>
          <a:xfrm>
            <a:off x="411480" y="1828800"/>
            <a:ext cx="11365992" cy="2395728"/>
          </a:xfrm>
          <a:prstGeom prst="roundRect">
            <a:avLst>
              <a:gd name="adj" fmla="val 5000"/>
            </a:avLst>
          </a:prstGeom>
          <a:noFill/>
          <a:ln w="19050">
            <a:solidFill>
              <a:srgbClr val="A1A1A1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1700784"/>
            <a:ext cx="589788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6E6E6E"/>
                </a:solidFill>
                <a:latin typeface="Segoe UI"/>
              </a:rPr>
              <a:t>  DETERMINISTIC WORKFLOW — a state machine, not an agent choosing what's next 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0" y="1700784"/>
            <a:ext cx="2999232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endParaRPr/>
          </a:p>
        </p:txBody>
      </p:sp>
      <p:pic>
        <p:nvPicPr>
          <p:cNvPr id="7" name="Picture 6" descr="robot_azlgre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1392" y="1755648"/>
            <a:ext cx="182880" cy="182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098280" y="1755648"/>
            <a:ext cx="109728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US" sz="1100" dirty="0">
                <a:latin typeface="Segoe UI"/>
              </a:rPr>
              <a:t>Copilot CLI</a:t>
            </a:r>
            <a:r>
              <a:rPr sz="1100" b="0" i="0" dirty="0">
                <a:latin typeface="Segoe UI"/>
              </a:rPr>
              <a:t> agent</a:t>
            </a:r>
          </a:p>
        </p:txBody>
      </p:sp>
      <p:pic>
        <p:nvPicPr>
          <p:cNvPr id="9" name="Picture 8" descr="gear_azlgre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48989" y="1755648"/>
            <a:ext cx="182880" cy="1828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0567495" y="1755648"/>
            <a:ext cx="109728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 dirty="0">
                <a:latin typeface="Segoe UI"/>
              </a:rPr>
              <a:t>code step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212848"/>
            <a:ext cx="1188720" cy="960120"/>
          </a:xfrm>
          <a:prstGeom prst="rect">
            <a:avLst/>
          </a:prstGeom>
          <a:solidFill>
            <a:srgbClr val="F2F2F2"/>
          </a:solidFill>
          <a:ln w="12700">
            <a:solidFill>
              <a:srgbClr val="D2D2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100584" rtlCol="0" anchor="b"/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3B3B3B"/>
                </a:solidFill>
                <a:latin typeface="Consolas"/>
              </a:rPr>
              <a:t>analyze</a:t>
            </a:r>
          </a:p>
        </p:txBody>
      </p:sp>
      <p:pic>
        <p:nvPicPr>
          <p:cNvPr id="12" name="Picture 11" descr="robot_azcha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5568" y="2331720"/>
            <a:ext cx="237744" cy="23774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828800" y="2212848"/>
            <a:ext cx="192024" cy="9601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A1A1A1"/>
                </a:solidFill>
                <a:latin typeface="Segoe UI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2212848"/>
            <a:ext cx="1188720" cy="96012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100584" rtlCol="0" anchor="b"/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Consolas"/>
              </a:rPr>
              <a:t>analyze</a:t>
            </a:r>
          </a:p>
        </p:txBody>
      </p:sp>
      <p:pic>
        <p:nvPicPr>
          <p:cNvPr id="15" name="Picture 14" descr="robot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15568" y="2331720"/>
            <a:ext cx="237744" cy="237744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2020824" y="2212848"/>
            <a:ext cx="1188720" cy="960120"/>
          </a:xfrm>
          <a:prstGeom prst="rect">
            <a:avLst/>
          </a:prstGeom>
          <a:solidFill>
            <a:srgbClr val="F2F2F2"/>
          </a:solidFill>
          <a:ln w="12700">
            <a:solidFill>
              <a:srgbClr val="D2D2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100584" rtlCol="0" anchor="b"/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3B3B3B"/>
                </a:solidFill>
                <a:latin typeface="Consolas"/>
              </a:rPr>
              <a:t>scope</a:t>
            </a:r>
          </a:p>
        </p:txBody>
      </p:sp>
      <p:pic>
        <p:nvPicPr>
          <p:cNvPr id="17" name="Picture 16" descr="robot_azcha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96312" y="2331720"/>
            <a:ext cx="237744" cy="237744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3209544" y="2212848"/>
            <a:ext cx="192024" cy="9601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A1A1A1"/>
                </a:solidFill>
                <a:latin typeface="Segoe UI"/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020824" y="2212848"/>
            <a:ext cx="1188720" cy="96012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100584" rtlCol="0" anchor="b"/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Consolas"/>
              </a:rPr>
              <a:t>scope</a:t>
            </a:r>
          </a:p>
        </p:txBody>
      </p:sp>
      <p:pic>
        <p:nvPicPr>
          <p:cNvPr id="20" name="Picture 19" descr="robot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96312" y="2331720"/>
            <a:ext cx="237744" cy="237744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3401568" y="2212848"/>
            <a:ext cx="1188720" cy="960120"/>
          </a:xfrm>
          <a:prstGeom prst="rect">
            <a:avLst/>
          </a:prstGeom>
          <a:solidFill>
            <a:srgbClr val="F2F2F2"/>
          </a:solidFill>
          <a:ln w="12700">
            <a:solidFill>
              <a:srgbClr val="D2D2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100584" rtlCol="0" anchor="b"/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3B3B3B"/>
                </a:solidFill>
                <a:latin typeface="Consolas"/>
              </a:rPr>
              <a:t>plan</a:t>
            </a:r>
          </a:p>
        </p:txBody>
      </p:sp>
      <p:pic>
        <p:nvPicPr>
          <p:cNvPr id="22" name="Picture 21" descr="robot_azcha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77056" y="2331720"/>
            <a:ext cx="237744" cy="237744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4590288" y="2212848"/>
            <a:ext cx="192024" cy="9601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A1A1A1"/>
                </a:solidFill>
                <a:latin typeface="Segoe UI"/>
              </a:rPr>
              <a:t>→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401568" y="2212848"/>
            <a:ext cx="1188720" cy="96012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100584" rtlCol="0" anchor="b"/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Consolas"/>
              </a:rPr>
              <a:t>plan</a:t>
            </a:r>
          </a:p>
        </p:txBody>
      </p:sp>
      <p:pic>
        <p:nvPicPr>
          <p:cNvPr id="25" name="Picture 24" descr="robot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77056" y="2331720"/>
            <a:ext cx="237744" cy="237744"/>
          </a:xfrm>
          <a:prstGeom prst="rect">
            <a:avLst/>
          </a:prstGeom>
        </p:spPr>
      </p:pic>
      <p:sp>
        <p:nvSpPr>
          <p:cNvPr id="26" name="Rectangle 25"/>
          <p:cNvSpPr/>
          <p:nvPr/>
        </p:nvSpPr>
        <p:spPr>
          <a:xfrm>
            <a:off x="4782312" y="2212848"/>
            <a:ext cx="1188720" cy="960120"/>
          </a:xfrm>
          <a:prstGeom prst="rect">
            <a:avLst/>
          </a:prstGeom>
          <a:solidFill>
            <a:srgbClr val="F2F2F2"/>
          </a:solidFill>
          <a:ln w="12700">
            <a:solidFill>
              <a:srgbClr val="D2D2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100584" rtlCol="0" anchor="b"/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3B3B3B"/>
                </a:solidFill>
                <a:latin typeface="Consolas"/>
              </a:rPr>
              <a:t>select_</a:t>
            </a:r>
          </a:p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3B3B3B"/>
                </a:solidFill>
                <a:latin typeface="Consolas"/>
              </a:rPr>
              <a:t>milestone</a:t>
            </a:r>
          </a:p>
        </p:txBody>
      </p:sp>
      <p:pic>
        <p:nvPicPr>
          <p:cNvPr id="27" name="Picture 26" descr="gear_azcha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57800" y="2331720"/>
            <a:ext cx="237744" cy="237744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5971032" y="2212848"/>
            <a:ext cx="192024" cy="9601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A1A1A1"/>
                </a:solidFill>
                <a:latin typeface="Segoe UI"/>
              </a:rPr>
              <a:t>→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782312" y="2212848"/>
            <a:ext cx="1188720" cy="96012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100584" rtlCol="0" anchor="b"/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Consolas"/>
              </a:rPr>
              <a:t>select_</a:t>
            </a:r>
          </a:p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Consolas"/>
              </a:rPr>
              <a:t>milestone</a:t>
            </a:r>
          </a:p>
        </p:txBody>
      </p:sp>
      <p:pic>
        <p:nvPicPr>
          <p:cNvPr id="30" name="Picture 29" descr="gear_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57800" y="2331720"/>
            <a:ext cx="237744" cy="237744"/>
          </a:xfrm>
          <a:prstGeom prst="rect">
            <a:avLst/>
          </a:prstGeom>
        </p:spPr>
      </p:pic>
      <p:sp>
        <p:nvSpPr>
          <p:cNvPr id="31" name="Rectangle 30"/>
          <p:cNvSpPr/>
          <p:nvPr/>
        </p:nvSpPr>
        <p:spPr>
          <a:xfrm>
            <a:off x="6163056" y="2212848"/>
            <a:ext cx="1188720" cy="960120"/>
          </a:xfrm>
          <a:prstGeom prst="rect">
            <a:avLst/>
          </a:prstGeom>
          <a:solidFill>
            <a:srgbClr val="F2F2F2"/>
          </a:solidFill>
          <a:ln w="12700">
            <a:solidFill>
              <a:srgbClr val="D2D2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100584" rtlCol="0" anchor="b"/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3B3B3B"/>
                </a:solidFill>
                <a:latin typeface="Consolas"/>
              </a:rPr>
              <a:t>translate</a:t>
            </a:r>
          </a:p>
        </p:txBody>
      </p:sp>
      <p:pic>
        <p:nvPicPr>
          <p:cNvPr id="32" name="Picture 31" descr="robot_azcha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38544" y="2331720"/>
            <a:ext cx="237744" cy="237744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7351776" y="2212848"/>
            <a:ext cx="192024" cy="9601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A1A1A1"/>
                </a:solidFill>
                <a:latin typeface="Segoe UI"/>
              </a:rPr>
              <a:t>→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63056" y="2212848"/>
            <a:ext cx="1188720" cy="96012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100584" rtlCol="0" anchor="b"/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Consolas"/>
              </a:rPr>
              <a:t>translate</a:t>
            </a:r>
          </a:p>
        </p:txBody>
      </p:sp>
      <p:pic>
        <p:nvPicPr>
          <p:cNvPr id="35" name="Picture 34" descr="robot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38544" y="2331720"/>
            <a:ext cx="237744" cy="237744"/>
          </a:xfrm>
          <a:prstGeom prst="rect">
            <a:avLst/>
          </a:prstGeom>
        </p:spPr>
      </p:pic>
      <p:sp>
        <p:nvSpPr>
          <p:cNvPr id="36" name="Rectangle 35"/>
          <p:cNvSpPr/>
          <p:nvPr/>
        </p:nvSpPr>
        <p:spPr>
          <a:xfrm>
            <a:off x="7543800" y="2212848"/>
            <a:ext cx="1188720" cy="960120"/>
          </a:xfrm>
          <a:prstGeom prst="rect">
            <a:avLst/>
          </a:prstGeom>
          <a:solidFill>
            <a:srgbClr val="F2F2F2"/>
          </a:solidFill>
          <a:ln w="12700">
            <a:solidFill>
              <a:srgbClr val="D2D2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100584" rtlCol="0" anchor="b"/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3B3B3B"/>
                </a:solidFill>
                <a:latin typeface="Consolas"/>
              </a:rPr>
              <a:t>validate</a:t>
            </a:r>
          </a:p>
        </p:txBody>
      </p:sp>
      <p:pic>
        <p:nvPicPr>
          <p:cNvPr id="37" name="Picture 36" descr="robot_azcha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19288" y="2331720"/>
            <a:ext cx="237744" cy="237744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8732520" y="2212848"/>
            <a:ext cx="192024" cy="9601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A1A1A1"/>
                </a:solidFill>
                <a:latin typeface="Segoe UI"/>
              </a:rPr>
              <a:t>→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543800" y="2212848"/>
            <a:ext cx="1188720" cy="96012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100584" rtlCol="0" anchor="b"/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Consolas"/>
              </a:rPr>
              <a:t>validate</a:t>
            </a:r>
          </a:p>
        </p:txBody>
      </p:sp>
      <p:pic>
        <p:nvPicPr>
          <p:cNvPr id="40" name="Picture 39" descr="robot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19288" y="2331720"/>
            <a:ext cx="237744" cy="237744"/>
          </a:xfrm>
          <a:prstGeom prst="rect">
            <a:avLst/>
          </a:prstGeom>
        </p:spPr>
      </p:pic>
      <p:sp>
        <p:nvSpPr>
          <p:cNvPr id="41" name="Rectangle 40"/>
          <p:cNvSpPr/>
          <p:nvPr/>
        </p:nvSpPr>
        <p:spPr>
          <a:xfrm>
            <a:off x="8924544" y="2212848"/>
            <a:ext cx="1188720" cy="960120"/>
          </a:xfrm>
          <a:prstGeom prst="rect">
            <a:avLst/>
          </a:prstGeom>
          <a:solidFill>
            <a:srgbClr val="F2F2F2"/>
          </a:solidFill>
          <a:ln w="12700">
            <a:solidFill>
              <a:srgbClr val="D2D2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100584" rtlCol="0" anchor="b"/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3B3B3B"/>
                </a:solidFill>
                <a:latin typeface="Consolas"/>
              </a:rPr>
              <a:t>parity_</a:t>
            </a:r>
          </a:p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3B3B3B"/>
                </a:solidFill>
                <a:latin typeface="Consolas"/>
              </a:rPr>
              <a:t>verify</a:t>
            </a:r>
          </a:p>
        </p:txBody>
      </p:sp>
      <p:pic>
        <p:nvPicPr>
          <p:cNvPr id="42" name="Picture 41" descr="robot_azcha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00032" y="2331720"/>
            <a:ext cx="237744" cy="237744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10113264" y="2212848"/>
            <a:ext cx="192024" cy="9601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A1A1A1"/>
                </a:solidFill>
                <a:latin typeface="Segoe UI"/>
              </a:rPr>
              <a:t>→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924544" y="2212848"/>
            <a:ext cx="1188720" cy="96012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100584" rtlCol="0" anchor="b"/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Consolas"/>
              </a:rPr>
              <a:t>parity_</a:t>
            </a:r>
          </a:p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Consolas"/>
              </a:rPr>
              <a:t>verify</a:t>
            </a:r>
          </a:p>
        </p:txBody>
      </p:sp>
      <p:pic>
        <p:nvPicPr>
          <p:cNvPr id="45" name="Picture 44" descr="robot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00032" y="2331720"/>
            <a:ext cx="237744" cy="237744"/>
          </a:xfrm>
          <a:prstGeom prst="rect">
            <a:avLst/>
          </a:prstGeom>
        </p:spPr>
      </p:pic>
      <p:sp>
        <p:nvSpPr>
          <p:cNvPr id="46" name="Rectangle 45"/>
          <p:cNvSpPr/>
          <p:nvPr/>
        </p:nvSpPr>
        <p:spPr>
          <a:xfrm>
            <a:off x="10305288" y="2212848"/>
            <a:ext cx="1188720" cy="960120"/>
          </a:xfrm>
          <a:prstGeom prst="rect">
            <a:avLst/>
          </a:prstGeom>
          <a:solidFill>
            <a:srgbClr val="F2F2F2"/>
          </a:solidFill>
          <a:ln w="12700">
            <a:solidFill>
              <a:srgbClr val="D2D2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100584" rtlCol="0" anchor="b"/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3B3B3B"/>
                </a:solidFill>
                <a:latin typeface="Consolas"/>
              </a:rPr>
              <a:t>terminal</a:t>
            </a:r>
          </a:p>
        </p:txBody>
      </p:sp>
      <p:pic>
        <p:nvPicPr>
          <p:cNvPr id="47" name="Picture 46" descr="gear_azcha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780776" y="2331720"/>
            <a:ext cx="237744" cy="237744"/>
          </a:xfrm>
          <a:prstGeom prst="rect">
            <a:avLst/>
          </a:prstGeom>
        </p:spPr>
      </p:pic>
      <p:sp>
        <p:nvSpPr>
          <p:cNvPr id="48" name="Rectangle 47"/>
          <p:cNvSpPr/>
          <p:nvPr/>
        </p:nvSpPr>
        <p:spPr>
          <a:xfrm>
            <a:off x="10305288" y="2212848"/>
            <a:ext cx="1188720" cy="96012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100584" rtlCol="0" anchor="b"/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Consolas"/>
              </a:rPr>
              <a:t>terminal</a:t>
            </a:r>
          </a:p>
        </p:txBody>
      </p:sp>
      <p:pic>
        <p:nvPicPr>
          <p:cNvPr id="49" name="Picture 48" descr="gear_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780776" y="2331720"/>
            <a:ext cx="237744" cy="237744"/>
          </a:xfrm>
          <a:prstGeom prst="rect">
            <a:avLst/>
          </a:prstGeom>
        </p:spPr>
      </p:pic>
      <p:cxnSp>
        <p:nvCxnSpPr>
          <p:cNvPr id="50" name="Connector 49"/>
          <p:cNvCxnSpPr/>
          <p:nvPr/>
        </p:nvCxnSpPr>
        <p:spPr>
          <a:xfrm>
            <a:off x="8138160" y="3172968"/>
            <a:ext cx="0" cy="292607"/>
          </a:xfrm>
          <a:prstGeom prst="line">
            <a:avLst/>
          </a:prstGeom>
          <a:ln w="19050">
            <a:solidFill>
              <a:srgbClr val="007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H="1">
            <a:off x="6757416" y="3465575"/>
            <a:ext cx="1380744" cy="0"/>
          </a:xfrm>
          <a:prstGeom prst="line">
            <a:avLst/>
          </a:prstGeom>
          <a:ln w="19050">
            <a:solidFill>
              <a:srgbClr val="007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6757416" y="3172968"/>
            <a:ext cx="0" cy="292607"/>
          </a:xfrm>
          <a:prstGeom prst="line">
            <a:avLst/>
          </a:prstGeom>
          <a:ln w="19050">
            <a:solidFill>
              <a:srgbClr val="0078D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7118603" y="3360419"/>
            <a:ext cx="658368" cy="2103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0078D4"/>
                </a:solidFill>
                <a:latin typeface="Segoe UI"/>
              </a:rPr>
              <a:t>repair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9518904" y="3172968"/>
            <a:ext cx="0" cy="694943"/>
          </a:xfrm>
          <a:prstGeom prst="line">
            <a:avLst/>
          </a:prstGeom>
          <a:ln w="19050">
            <a:solidFill>
              <a:srgbClr val="5D52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H="1">
            <a:off x="2615184" y="3867911"/>
            <a:ext cx="6903720" cy="0"/>
          </a:xfrm>
          <a:prstGeom prst="line">
            <a:avLst/>
          </a:prstGeom>
          <a:ln w="19050">
            <a:solidFill>
              <a:srgbClr val="5D52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2615184" y="3172968"/>
            <a:ext cx="0" cy="694943"/>
          </a:xfrm>
          <a:prstGeom prst="line">
            <a:avLst/>
          </a:prstGeom>
          <a:ln w="19050">
            <a:solidFill>
              <a:srgbClr val="5D52E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4960620" y="3762755"/>
            <a:ext cx="2212848" cy="2103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5D52EC"/>
                </a:solidFill>
                <a:latin typeface="Segoe UI"/>
              </a:rPr>
              <a:t>parity gaps → new milestones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40080" y="4434840"/>
            <a:ext cx="10908792" cy="157276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1097280" y="4645152"/>
            <a:ext cx="1005840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900" b="1" i="0">
                <a:solidFill>
                  <a:srgbClr val="000000"/>
                </a:solidFill>
                <a:latin typeface="Consolas"/>
              </a:rPr>
              <a:t>1.  analyze</a:t>
            </a:r>
          </a:p>
          <a:p>
            <a:pPr algn="l">
              <a:spcAft>
                <a:spcPts val="1000"/>
              </a:spcAft>
            </a:pPr>
            <a:r>
              <a:rPr sz="1800" b="0" i="0">
                <a:solidFill>
                  <a:srgbClr val="3B3B3B"/>
                </a:solidFill>
                <a:latin typeface="Segoe UI"/>
              </a:rPr>
              <a:t>Read the Python daemon; design the Rust it should become.</a:t>
            </a:r>
          </a:p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6E6E6E"/>
                </a:solidFill>
                <a:latin typeface="Segoe UI"/>
              </a:rPr>
              <a:t>in  the Python source, its hardware interface, its tests        out  a target design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97280" y="4645152"/>
            <a:ext cx="1005840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900" b="1" i="0">
                <a:solidFill>
                  <a:srgbClr val="000000"/>
                </a:solidFill>
                <a:latin typeface="Consolas"/>
              </a:rPr>
              <a:t>2.  scope</a:t>
            </a:r>
          </a:p>
          <a:p>
            <a:pPr algn="l">
              <a:spcAft>
                <a:spcPts val="1000"/>
              </a:spcAft>
            </a:pPr>
            <a:r>
              <a:rPr sz="1800" b="0" i="0">
                <a:solidFill>
                  <a:srgbClr val="3B3B3B"/>
                </a:solidFill>
                <a:latin typeface="Segoe UI"/>
              </a:rPr>
              <a:t>Cut the daemon into ordered, testable slices — “milestones.”</a:t>
            </a:r>
          </a:p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6E6E6E"/>
                </a:solidFill>
                <a:latin typeface="Segoe UI"/>
              </a:rPr>
              <a:t>every test in the oracle is assigned to the milestone that should make it pass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97280" y="4645152"/>
            <a:ext cx="1005840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900" b="1" i="0">
                <a:solidFill>
                  <a:srgbClr val="000000"/>
                </a:solidFill>
                <a:latin typeface="Consolas"/>
              </a:rPr>
              <a:t>3.  plan</a:t>
            </a:r>
          </a:p>
          <a:p>
            <a:pPr algn="l">
              <a:spcAft>
                <a:spcPts val="1000"/>
              </a:spcAft>
            </a:pPr>
            <a:r>
              <a:rPr sz="1800" b="0" i="0">
                <a:solidFill>
                  <a:srgbClr val="3B3B3B"/>
                </a:solidFill>
                <a:latin typeface="Segoe UI"/>
              </a:rPr>
              <a:t>Emit a Rust skeleton that already compiles, plus the plan to fill it in.</a:t>
            </a:r>
          </a:p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6E6E6E"/>
                </a:solidFill>
                <a:latin typeface="Segoe UI"/>
              </a:rPr>
              <a:t>out  skeleton project · Python→Rust name mapping · per-milestone plan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97280" y="4645152"/>
            <a:ext cx="1005840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900" b="1" i="0">
                <a:solidFill>
                  <a:srgbClr val="000000"/>
                </a:solidFill>
                <a:latin typeface="Consolas"/>
              </a:rPr>
              <a:t>4.  select_milestone</a:t>
            </a:r>
          </a:p>
          <a:p>
            <a:pPr algn="l">
              <a:spcAft>
                <a:spcPts val="1000"/>
              </a:spcAft>
            </a:pPr>
            <a:r>
              <a:rPr sz="1800" b="0" i="0">
                <a:solidFill>
                  <a:srgbClr val="3B3B3B"/>
                </a:solidFill>
                <a:latin typeface="Segoe UI"/>
              </a:rPr>
              <a:t>Pick the next slice. Nothing else is in scope.</a:t>
            </a:r>
          </a:p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6E6E6E"/>
                </a:solidFill>
                <a:latin typeface="Segoe UI"/>
              </a:rPr>
              <a:t>keeps every agent call small enough to get right, and small enough to review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97280" y="4645152"/>
            <a:ext cx="1005840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900" b="1" i="0">
                <a:solidFill>
                  <a:srgbClr val="000000"/>
                </a:solidFill>
                <a:latin typeface="Consolas"/>
              </a:rPr>
              <a:t>5.  translate</a:t>
            </a:r>
          </a:p>
          <a:p>
            <a:pPr algn="l">
              <a:spcAft>
                <a:spcPts val="1000"/>
              </a:spcAft>
            </a:pPr>
            <a:r>
              <a:rPr sz="1800" b="0" i="0">
                <a:solidFill>
                  <a:srgbClr val="3B3B3B"/>
                </a:solidFill>
                <a:latin typeface="Segoe UI"/>
              </a:rPr>
              <a:t>An agent implements that one slice — daemon code and unit tests.</a:t>
            </a:r>
          </a:p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6E6E6E"/>
                </a:solidFill>
                <a:latin typeface="Segoe UI"/>
              </a:rPr>
              <a:t>GitHub Copilot CLI · runs as a subprocess · commits only if it builds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97280" y="4645152"/>
            <a:ext cx="1005840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900" b="1" i="0">
                <a:solidFill>
                  <a:srgbClr val="000000"/>
                </a:solidFill>
                <a:latin typeface="Consolas"/>
              </a:rPr>
              <a:t>6.  validate</a:t>
            </a:r>
          </a:p>
          <a:p>
            <a:pPr algn="l">
              <a:spcAft>
                <a:spcPts val="1000"/>
              </a:spcAft>
            </a:pPr>
            <a:r>
              <a:rPr sz="1800" b="0" i="0">
                <a:solidFill>
                  <a:srgbClr val="3B3B3B"/>
                </a:solidFill>
                <a:latin typeface="Segoe UI"/>
              </a:rPr>
              <a:t>Two layers: Rust unit tests, then the real oracle on a live switch.</a:t>
            </a:r>
          </a:p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6E6E6E"/>
                </a:solidFill>
                <a:latin typeface="Segoe UI"/>
              </a:rPr>
              <a:t>fail  →  straight back to translate, with the exact failures attached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97280" y="4645152"/>
            <a:ext cx="1005840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900" b="1" i="0">
                <a:solidFill>
                  <a:srgbClr val="000000"/>
                </a:solidFill>
                <a:latin typeface="Consolas"/>
              </a:rPr>
              <a:t>7.  parity_verify</a:t>
            </a:r>
          </a:p>
          <a:p>
            <a:pPr algn="l">
              <a:spcAft>
                <a:spcPts val="1000"/>
              </a:spcAft>
            </a:pPr>
            <a:r>
              <a:rPr sz="1800" b="0" i="0">
                <a:solidFill>
                  <a:srgbClr val="3B3B3B"/>
                </a:solidFill>
                <a:latin typeface="Segoe UI"/>
              </a:rPr>
              <a:t>Compare Python and Rust module by module — what got left behind?</a:t>
            </a:r>
          </a:p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6E6E6E"/>
                </a:solidFill>
                <a:latin typeface="Segoe UI"/>
              </a:rPr>
              <a:t>passing tests ≠ complete;  gaps become new milestones and the loop runs again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97280" y="4645152"/>
            <a:ext cx="1005840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900" b="1" i="0">
                <a:solidFill>
                  <a:srgbClr val="000000"/>
                </a:solidFill>
                <a:latin typeface="Consolas"/>
              </a:rPr>
              <a:t>8.  terminal</a:t>
            </a:r>
          </a:p>
          <a:p>
            <a:pPr algn="l">
              <a:spcAft>
                <a:spcPts val="1000"/>
              </a:spcAft>
            </a:pPr>
            <a:r>
              <a:rPr sz="1800" b="0" i="0">
                <a:solidFill>
                  <a:srgbClr val="3B3B3B"/>
                </a:solidFill>
                <a:latin typeface="Segoe UI"/>
              </a:rPr>
              <a:t>All milestones green, nothing left behind.</a:t>
            </a:r>
          </a:p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6E6E6E"/>
                </a:solidFill>
                <a:latin typeface="Segoe UI"/>
              </a:rPr>
              <a:t>out  a Rust daemon that passes the whole oracle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40080" y="6144768"/>
            <a:ext cx="1090879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1">
                <a:solidFill>
                  <a:srgbClr val="A1A1A1"/>
                </a:solidFill>
                <a:latin typeface="Segoe UI"/>
              </a:rPr>
              <a:t>click through the pipeline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3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3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5" dur="3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9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5" dur="3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4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9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5" dur="3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4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9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2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5" dur="3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4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4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4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4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4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1" dur="3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4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7" dur="3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4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4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4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0" dur="4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1" fill="hold">
                      <p:stCondLst>
                        <p:cond delay="indefinite"/>
                      </p:stCondLst>
                      <p:childTnLst>
                        <p:par>
                          <p:cTn id="162" fill="hold">
                            <p:stCondLst>
                              <p:cond delay="0"/>
                            </p:stCondLst>
                            <p:childTnLst>
                              <p:par>
                                <p:cTn id="1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5" dur="4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8" dur="4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1" dur="4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3" dur="3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6" dur="3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9" dur="3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749808"/>
            <a:ext cx="10908792" cy="603504"/>
          </a:xfrm>
        </p:spPr>
        <p:txBody>
          <a:bodyPr wrap="square"/>
          <a:lstStyle/>
          <a:p>
            <a:r>
              <a:t>Two loops make it self-correcting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40080" y="1572768"/>
            <a:ext cx="10908792" cy="0"/>
          </a:xfrm>
          <a:prstGeom prst="line">
            <a:avLst/>
          </a:prstGeom>
          <a:ln w="12700">
            <a:solidFill>
              <a:srgbClr val="D2D2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640080" y="2148840"/>
            <a:ext cx="10908792" cy="173736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cxnSp>
        <p:nvCxnSpPr>
          <p:cNvPr id="5" name="Connector 4"/>
          <p:cNvCxnSpPr/>
          <p:nvPr/>
        </p:nvCxnSpPr>
        <p:spPr>
          <a:xfrm>
            <a:off x="640080" y="2148840"/>
            <a:ext cx="0" cy="1737360"/>
          </a:xfrm>
          <a:prstGeom prst="line">
            <a:avLst/>
          </a:prstGeom>
          <a:ln w="44450">
            <a:solidFill>
              <a:srgbClr val="007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loop_azblu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2459736"/>
            <a:ext cx="292608" cy="29260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463040" y="2441448"/>
            <a:ext cx="4114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000000"/>
                </a:solidFill>
                <a:latin typeface="Segoe UI"/>
              </a:rPr>
              <a:t>The repair loop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898648"/>
            <a:ext cx="3931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0078D4"/>
                </a:solidFill>
                <a:latin typeface="Consolas"/>
              </a:rPr>
              <a:t>validate  →  translate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0" y="2514600"/>
            <a:ext cx="59436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0" i="0">
                <a:solidFill>
                  <a:srgbClr val="3B3B3B"/>
                </a:solidFill>
                <a:latin typeface="Segoe UI"/>
              </a:rPr>
              <a:t>A failing test isn't a dead end — the exact failures go back to the agent as its next task. It retries until the oracle is green or the budget runs out.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4160520"/>
            <a:ext cx="10908792" cy="173736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cxnSp>
        <p:nvCxnSpPr>
          <p:cNvPr id="11" name="Connector 10"/>
          <p:cNvCxnSpPr/>
          <p:nvPr/>
        </p:nvCxnSpPr>
        <p:spPr>
          <a:xfrm>
            <a:off x="640080" y="4160520"/>
            <a:ext cx="0" cy="1737360"/>
          </a:xfrm>
          <a:prstGeom prst="line">
            <a:avLst/>
          </a:prstGeom>
          <a:ln w="44450">
            <a:solidFill>
              <a:srgbClr val="5D52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2" name="Picture 11" descr="loop_azviole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4471416"/>
            <a:ext cx="292608" cy="2926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463040" y="4453128"/>
            <a:ext cx="4114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000000"/>
                </a:solidFill>
                <a:latin typeface="Segoe UI"/>
              </a:rPr>
              <a:t>The parity loop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4910328"/>
            <a:ext cx="3931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5D52EC"/>
                </a:solidFill>
                <a:latin typeface="Consolas"/>
              </a:rPr>
              <a:t>parity_verify  →  scope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4526280"/>
            <a:ext cx="59436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0" i="0">
                <a:solidFill>
                  <a:srgbClr val="3B3B3B"/>
                </a:solidFill>
                <a:latin typeface="Segoe UI"/>
              </a:rPr>
              <a:t>Passing tests don't prove completeness. Parity compares Python to Rust module by module; anything untranslated becomes a brand-new milestone.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126480"/>
            <a:ext cx="1090879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0" i="0">
                <a:solidFill>
                  <a:srgbClr val="6E6E6E"/>
                </a:solidFill>
                <a:latin typeface="Segoe UI"/>
              </a:rPr>
              <a:t>Neither loop is a human step. The pipeline exits only when both are satisfied.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749808"/>
            <a:ext cx="10908792" cy="603504"/>
          </a:xfrm>
        </p:spPr>
        <p:txBody>
          <a:bodyPr wrap="square"/>
          <a:lstStyle/>
          <a:p>
            <a:r>
              <a:t>Result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40080" y="1572768"/>
            <a:ext cx="10908792" cy="0"/>
          </a:xfrm>
          <a:prstGeom prst="line">
            <a:avLst/>
          </a:prstGeom>
          <a:ln w="12700">
            <a:solidFill>
              <a:srgbClr val="D2D2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640080" y="2011680"/>
            <a:ext cx="5321808" cy="1188720"/>
          </a:xfrm>
          <a:prstGeom prst="rect">
            <a:avLst/>
          </a:prstGeom>
          <a:solidFill>
            <a:srgbClr val="F2F2F2"/>
          </a:solidFill>
          <a:ln w="20320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200"/>
              </a:spcAft>
            </a:pPr>
            <a:r>
              <a:rPr sz="1700" b="1" i="0" dirty="0">
                <a:solidFill>
                  <a:srgbClr val="0078D4"/>
                </a:solidFill>
                <a:latin typeface="Segoe UI"/>
              </a:rPr>
              <a:t>✓  Rust daemon passes all ~100 of </a:t>
            </a:r>
            <a:r>
              <a:rPr lang="en-US" sz="1700" b="1" i="0" dirty="0">
                <a:solidFill>
                  <a:srgbClr val="0078D4"/>
                </a:solidFill>
                <a:latin typeface="Segoe UI"/>
              </a:rPr>
              <a:t>oracle E2E</a:t>
            </a:r>
            <a:r>
              <a:rPr sz="1700" b="1" i="0" dirty="0">
                <a:solidFill>
                  <a:srgbClr val="0078D4"/>
                </a:solidFill>
                <a:latin typeface="Segoe UI"/>
              </a:rPr>
              <a:t> tests</a:t>
            </a:r>
          </a:p>
        </p:txBody>
      </p:sp>
      <p:sp>
        <p:nvSpPr>
          <p:cNvPr id="5" name="Rectangle 4"/>
          <p:cNvSpPr/>
          <p:nvPr/>
        </p:nvSpPr>
        <p:spPr>
          <a:xfrm>
            <a:off x="6227064" y="2011680"/>
            <a:ext cx="5321808" cy="1188720"/>
          </a:xfrm>
          <a:prstGeom prst="rect">
            <a:avLst/>
          </a:prstGeom>
          <a:solidFill>
            <a:srgbClr val="F2F2F2"/>
          </a:solidFill>
          <a:ln w="12700">
            <a:solidFill>
              <a:srgbClr val="D2D2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200"/>
              </a:spcAft>
            </a:pPr>
            <a:r>
              <a:rPr sz="1700" b="1" i="0">
                <a:solidFill>
                  <a:srgbClr val="000000"/>
                </a:solidFill>
                <a:latin typeface="Segoe UI"/>
              </a:rPr>
              <a:t>✓  and SONiC's community suite, same as Python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566160"/>
            <a:ext cx="1090879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A1A1A1"/>
                </a:solidFill>
                <a:latin typeface="Segoe UI"/>
              </a:rPr>
              <a:t>SONIC-MGMT — THE SONiC COMMUNITY'S OWN TEST SUITE, RUN AGAINST THE RUST PORT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3977639"/>
            <a:ext cx="10908792" cy="38404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4069079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000000"/>
                </a:solidFill>
                <a:latin typeface="Consolas"/>
              </a:rPr>
              <a:t>test_xcvr_info_in_db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20640" y="4069079"/>
            <a:ext cx="4114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6E6E6E"/>
                </a:solidFill>
                <a:latin typeface="Segoe UI"/>
              </a:rPr>
              <a:t>module info reaches the state DB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92640" y="4069079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0078D4"/>
                </a:solidFill>
                <a:latin typeface="Segoe UI"/>
              </a:rPr>
              <a:t>PASS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4453127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000000"/>
                </a:solidFill>
                <a:latin typeface="Consolas"/>
              </a:rPr>
              <a:t>sfp/test_sfpshow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20640" y="4453127"/>
            <a:ext cx="4114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6E6E6E"/>
                </a:solidFill>
                <a:latin typeface="Segoe UI"/>
              </a:rPr>
              <a:t>presence, module memory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92640" y="4453127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0078D4"/>
                </a:solidFill>
                <a:latin typeface="Segoe UI"/>
              </a:rPr>
              <a:t>PASS (2)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4745736"/>
            <a:ext cx="10908792" cy="38404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68680" y="4837175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000000"/>
                </a:solidFill>
                <a:latin typeface="Consolas"/>
              </a:rPr>
              <a:t>sfp/test_sfputil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20640" y="4837175"/>
            <a:ext cx="4114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6E6E6E"/>
                </a:solidFill>
                <a:latin typeface="Segoe UI"/>
              </a:rPr>
              <a:t>presence, module memory, reset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92640" y="4837175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0078D4"/>
                </a:solidFill>
                <a:latin typeface="Segoe UI"/>
              </a:rPr>
              <a:t>PASS (6)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5221223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000000"/>
                </a:solidFill>
                <a:latin typeface="Consolas"/>
              </a:rPr>
              <a:t>api/test_sfp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20640" y="5221223"/>
            <a:ext cx="4114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6E6E6E"/>
                </a:solidFill>
                <a:latin typeface="Segoe UI"/>
              </a:rPr>
              <a:t>the platform API surface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92640" y="5221223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0078D4"/>
                </a:solidFill>
                <a:latin typeface="Segoe UI"/>
              </a:rPr>
              <a:t>PASS (23)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5513831"/>
            <a:ext cx="10908792" cy="38404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68680" y="5605271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000000"/>
                </a:solidFill>
                <a:latin typeface="Consolas"/>
              </a:rPr>
              <a:t>transceiver/eeprom/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0640" y="5605271"/>
            <a:ext cx="4114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6E6E6E"/>
                </a:solidFill>
                <a:latin typeface="Segoe UI"/>
              </a:rPr>
              <a:t>module memory read paths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92640" y="5605271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0078D4"/>
                </a:solidFill>
                <a:latin typeface="Segoe UI"/>
              </a:rPr>
              <a:t>PASS (3)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989320"/>
            <a:ext cx="1090879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A1A1A1"/>
                </a:solidFill>
                <a:latin typeface="Segoe UI"/>
              </a:rPr>
              <a:t>Same results as the Python baseline — the port is behavior-preserving, not just compiling.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749808"/>
            <a:ext cx="10908792" cy="553998"/>
          </a:xfrm>
        </p:spPr>
        <p:txBody>
          <a:bodyPr wrap="square"/>
          <a:lstStyle/>
          <a:p>
            <a:r>
              <a:rPr lang="en-US" dirty="0"/>
              <a:t>Benchmark</a:t>
            </a:r>
            <a:endParaRPr dirty="0"/>
          </a:p>
        </p:txBody>
      </p:sp>
      <p:cxnSp>
        <p:nvCxnSpPr>
          <p:cNvPr id="3" name="Connector 2"/>
          <p:cNvCxnSpPr/>
          <p:nvPr/>
        </p:nvCxnSpPr>
        <p:spPr>
          <a:xfrm>
            <a:off x="640080" y="1572768"/>
            <a:ext cx="10908792" cy="0"/>
          </a:xfrm>
          <a:prstGeom prst="line">
            <a:avLst/>
          </a:prstGeom>
          <a:ln w="12700">
            <a:solidFill>
              <a:srgbClr val="D2D2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1065275" y="1965960"/>
            <a:ext cx="8945491" cy="196596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cxnSp>
        <p:nvCxnSpPr>
          <p:cNvPr id="10" name="Connector 9"/>
          <p:cNvCxnSpPr/>
          <p:nvPr/>
        </p:nvCxnSpPr>
        <p:spPr>
          <a:xfrm>
            <a:off x="1065276" y="1965960"/>
            <a:ext cx="0" cy="1965959"/>
          </a:xfrm>
          <a:prstGeom prst="line">
            <a:avLst/>
          </a:prstGeom>
          <a:ln w="44450">
            <a:solidFill>
              <a:srgbClr val="5D52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" name="Picture 10" descr="gauge_azviol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1036" y="2240280"/>
            <a:ext cx="274320" cy="2743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869948" y="2221992"/>
            <a:ext cx="4206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000000"/>
                </a:solidFill>
                <a:latin typeface="Segoe UI"/>
              </a:rPr>
              <a:t>Is it faster?  Not yet.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31035" y="2679192"/>
            <a:ext cx="8322555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 dirty="0">
                <a:solidFill>
                  <a:srgbClr val="3B3B3B"/>
                </a:solidFill>
                <a:latin typeface="Segoe UI"/>
              </a:rPr>
              <a:t>The pipeline optimized for correctness, not speed. The port is verified but</a:t>
            </a:r>
            <a:r>
              <a:rPr lang="en-US" sz="1400" b="0" i="0" dirty="0">
                <a:solidFill>
                  <a:srgbClr val="3B3B3B"/>
                </a:solidFill>
                <a:latin typeface="Segoe UI"/>
              </a:rPr>
              <a:t> untuned</a:t>
            </a:r>
            <a:endParaRPr sz="1400" b="0" i="0" dirty="0">
              <a:solidFill>
                <a:srgbClr val="3B3B3B"/>
              </a:solidFill>
              <a:latin typeface="Segoe UI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40080" y="4526280"/>
            <a:ext cx="1090879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A1A1A1"/>
                </a:solidFill>
                <a:latin typeface="Segoe UI"/>
              </a:rPr>
              <a:t>NEXT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937760"/>
            <a:ext cx="10908792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0" i="0">
                <a:solidFill>
                  <a:srgbClr val="3B3B3B"/>
                </a:solidFill>
                <a:latin typeface="Segoe UI"/>
              </a:rPr>
              <a:t>Benchmark the hot paths — parsing module memory, polling telemetry, link bring-up — against the Python daemon:  CPU, memory, latency.</a:t>
            </a:r>
          </a:p>
          <a:p>
            <a:pPr algn="l">
              <a:spcAft>
                <a:spcPts val="1000"/>
              </a:spcAft>
            </a:pPr>
            <a:r>
              <a:rPr sz="1500" b="0" i="0">
                <a:solidFill>
                  <a:srgbClr val="3B3B3B"/>
                </a:solidFill>
                <a:latin typeface="Segoe UI"/>
              </a:rPr>
              <a:t>Then add a benchmark + optimize stage to the pipeline, and re-verify against the same oracle so speed never costs correctness.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749808"/>
            <a:ext cx="10908792" cy="603504"/>
          </a:xfrm>
        </p:spPr>
        <p:txBody>
          <a:bodyPr wrap="square"/>
          <a:lstStyle/>
          <a:p>
            <a:r>
              <a:rPr dirty="0"/>
              <a:t>Extending the pipeline — benchmark &amp; optimize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40080" y="1572768"/>
            <a:ext cx="10908792" cy="0"/>
          </a:xfrm>
          <a:prstGeom prst="line">
            <a:avLst/>
          </a:prstGeom>
          <a:ln w="12700">
            <a:solidFill>
              <a:srgbClr val="D2D2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40080" y="1719072"/>
            <a:ext cx="10908792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6E6E6E"/>
                </a:solidFill>
                <a:latin typeface="Segoe UI"/>
              </a:rPr>
              <a:t>Same engine, two more stages:  turn a verified port into a fast one — without ever giving up the verification.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2157984"/>
            <a:ext cx="11365992" cy="2304288"/>
          </a:xfrm>
          <a:prstGeom prst="roundRect">
            <a:avLst>
              <a:gd name="adj" fmla="val 5000"/>
            </a:avLst>
          </a:prstGeom>
          <a:noFill/>
          <a:ln w="19050">
            <a:solidFill>
              <a:srgbClr val="A1A1A1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2029968"/>
            <a:ext cx="2788920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6E6E6E"/>
                </a:solidFill>
                <a:latin typeface="Segoe UI"/>
              </a:rPr>
              <a:t>  DETERMINISTIC WORKFLOW 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0" y="2029968"/>
            <a:ext cx="3063240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0078D4"/>
                </a:solidFill>
                <a:latin typeface="Segoe UI"/>
              </a:rPr>
              <a:t>  NEW STAGES  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395728"/>
            <a:ext cx="960120" cy="859536"/>
          </a:xfrm>
          <a:prstGeom prst="rect">
            <a:avLst/>
          </a:prstGeom>
          <a:solidFill>
            <a:srgbClr val="F2F2F2"/>
          </a:solidFill>
          <a:ln w="12700">
            <a:solidFill>
              <a:srgbClr val="D2D2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91440" rtlCol="0" anchor="b"/>
          <a:lstStyle/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3B3B3B"/>
                </a:solidFill>
                <a:latin typeface="Consolas"/>
              </a:rPr>
              <a:t>analyze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9556" y="2505456"/>
            <a:ext cx="201168" cy="20116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600200" y="2395728"/>
            <a:ext cx="146304" cy="8595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A1A1A1"/>
                </a:solidFill>
                <a:latin typeface="Segoe UI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746504" y="2395728"/>
            <a:ext cx="960120" cy="859536"/>
          </a:xfrm>
          <a:prstGeom prst="rect">
            <a:avLst/>
          </a:prstGeom>
          <a:solidFill>
            <a:srgbClr val="F2F2F2"/>
          </a:solidFill>
          <a:ln w="12700">
            <a:solidFill>
              <a:srgbClr val="D2D2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91440" rtlCol="0" anchor="b"/>
          <a:lstStyle/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3B3B3B"/>
                </a:solidFill>
                <a:latin typeface="Consolas"/>
              </a:rPr>
              <a:t>scope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5980" y="2505456"/>
            <a:ext cx="201168" cy="20116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706624" y="2395728"/>
            <a:ext cx="146304" cy="8595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A1A1A1"/>
                </a:solidFill>
                <a:latin typeface="Segoe UI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852928" y="2395728"/>
            <a:ext cx="960120" cy="859536"/>
          </a:xfrm>
          <a:prstGeom prst="rect">
            <a:avLst/>
          </a:prstGeom>
          <a:solidFill>
            <a:srgbClr val="F2F2F2"/>
          </a:solidFill>
          <a:ln w="12700">
            <a:solidFill>
              <a:srgbClr val="D2D2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91440" rtlCol="0" anchor="b"/>
          <a:lstStyle/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3B3B3B"/>
                </a:solidFill>
                <a:latin typeface="Consolas"/>
              </a:rPr>
              <a:t>plan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2404" y="2505456"/>
            <a:ext cx="201168" cy="201168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3813048" y="2395728"/>
            <a:ext cx="146304" cy="8595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A1A1A1"/>
                </a:solidFill>
                <a:latin typeface="Segoe UI"/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959352" y="2395728"/>
            <a:ext cx="960120" cy="859536"/>
          </a:xfrm>
          <a:prstGeom prst="rect">
            <a:avLst/>
          </a:prstGeom>
          <a:solidFill>
            <a:srgbClr val="F2F2F2"/>
          </a:solidFill>
          <a:ln w="12700">
            <a:solidFill>
              <a:srgbClr val="D2D2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91440" rtlCol="0" anchor="b"/>
          <a:lstStyle/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3B3B3B"/>
                </a:solidFill>
                <a:latin typeface="Consolas"/>
              </a:rPr>
              <a:t>select_</a:t>
            </a:r>
          </a:p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3B3B3B"/>
                </a:solidFill>
                <a:latin typeface="Consolas"/>
              </a:rPr>
              <a:t>milestone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8828" y="2505456"/>
            <a:ext cx="201168" cy="201168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4919472" y="2395728"/>
            <a:ext cx="146304" cy="8595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A1A1A1"/>
                </a:solidFill>
                <a:latin typeface="Segoe UI"/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65776" y="2395728"/>
            <a:ext cx="960120" cy="859536"/>
          </a:xfrm>
          <a:prstGeom prst="rect">
            <a:avLst/>
          </a:prstGeom>
          <a:solidFill>
            <a:srgbClr val="F2F2F2"/>
          </a:solidFill>
          <a:ln w="12700">
            <a:solidFill>
              <a:srgbClr val="D2D2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91440" rtlCol="0" anchor="b"/>
          <a:lstStyle/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3B3B3B"/>
                </a:solidFill>
                <a:latin typeface="Consolas"/>
              </a:rPr>
              <a:t>translate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5252" y="2505456"/>
            <a:ext cx="201168" cy="201168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6025896" y="2395728"/>
            <a:ext cx="146304" cy="8595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A1A1A1"/>
                </a:solidFill>
                <a:latin typeface="Segoe UI"/>
              </a:rP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72200" y="2395728"/>
            <a:ext cx="960120" cy="859536"/>
          </a:xfrm>
          <a:prstGeom prst="rect">
            <a:avLst/>
          </a:prstGeom>
          <a:solidFill>
            <a:srgbClr val="F2F2F2"/>
          </a:solidFill>
          <a:ln w="12700">
            <a:solidFill>
              <a:srgbClr val="D2D2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91440" rtlCol="0" anchor="b"/>
          <a:lstStyle/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3B3B3B"/>
                </a:solidFill>
                <a:latin typeface="Consolas"/>
              </a:rPr>
              <a:t>validate</a:t>
            </a:r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1676" y="2505456"/>
            <a:ext cx="201168" cy="201168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7132320" y="2395728"/>
            <a:ext cx="146304" cy="8595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A1A1A1"/>
                </a:solidFill>
                <a:latin typeface="Segoe UI"/>
              </a:rP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278624" y="2395728"/>
            <a:ext cx="960120" cy="859536"/>
          </a:xfrm>
          <a:prstGeom prst="rect">
            <a:avLst/>
          </a:prstGeom>
          <a:solidFill>
            <a:srgbClr val="F2F2F2"/>
          </a:solidFill>
          <a:ln w="12700">
            <a:solidFill>
              <a:srgbClr val="D2D2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91440" rtlCol="0" anchor="b"/>
          <a:lstStyle/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3B3B3B"/>
                </a:solidFill>
                <a:latin typeface="Consolas"/>
              </a:rPr>
              <a:t>parity_</a:t>
            </a:r>
          </a:p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3B3B3B"/>
                </a:solidFill>
                <a:latin typeface="Consolas"/>
              </a:rPr>
              <a:t>verify</a:t>
            </a:r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58100" y="2505456"/>
            <a:ext cx="201168" cy="201168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8238744" y="2395728"/>
            <a:ext cx="146304" cy="8595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A1A1A1"/>
                </a:solidFill>
                <a:latin typeface="Segoe UI"/>
              </a:rPr>
              <a:t>→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385047" y="2395728"/>
            <a:ext cx="960120" cy="859536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91440" rtlCol="0" anchor="b"/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Consolas"/>
              </a:rPr>
              <a:t>benchmark</a:t>
            </a:r>
          </a:p>
        </p:txBody>
      </p:sp>
      <p:pic>
        <p:nvPicPr>
          <p:cNvPr id="30" name="Picture 29" descr="gauge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64524" y="2505456"/>
            <a:ext cx="201168" cy="201168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9345167" y="2395728"/>
            <a:ext cx="146304" cy="8595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0078D4"/>
                </a:solidFill>
                <a:latin typeface="Segoe UI"/>
              </a:rPr>
              <a:t>→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491472" y="2395728"/>
            <a:ext cx="960120" cy="859536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91440" rtlCol="0" anchor="b"/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Consolas"/>
              </a:rPr>
              <a:t>optimize</a:t>
            </a:r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70948" y="2505456"/>
            <a:ext cx="201168" cy="20116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10451592" y="2395728"/>
            <a:ext cx="146304" cy="8595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A1A1A1"/>
                </a:solidFill>
                <a:latin typeface="Segoe UI"/>
              </a:rPr>
              <a:t>→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0597896" y="2395728"/>
            <a:ext cx="960120" cy="859536"/>
          </a:xfrm>
          <a:prstGeom prst="rect">
            <a:avLst/>
          </a:prstGeom>
          <a:solidFill>
            <a:srgbClr val="F2F2F2"/>
          </a:solidFill>
          <a:ln w="12700">
            <a:solidFill>
              <a:srgbClr val="D2D2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91440" rtlCol="0" anchor="b"/>
          <a:lstStyle/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3B3B3B"/>
                </a:solidFill>
                <a:latin typeface="Consolas"/>
              </a:rPr>
              <a:t>terminal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7372" y="2505456"/>
            <a:ext cx="201168" cy="201168"/>
          </a:xfrm>
          <a:prstGeom prst="rect">
            <a:avLst/>
          </a:prstGeom>
        </p:spPr>
      </p:pic>
      <p:cxnSp>
        <p:nvCxnSpPr>
          <p:cNvPr id="37" name="Connector 36"/>
          <p:cNvCxnSpPr/>
          <p:nvPr/>
        </p:nvCxnSpPr>
        <p:spPr>
          <a:xfrm>
            <a:off x="6652260" y="3255264"/>
            <a:ext cx="0" cy="237744"/>
          </a:xfrm>
          <a:prstGeom prst="line">
            <a:avLst/>
          </a:prstGeom>
          <a:ln w="12700">
            <a:solidFill>
              <a:srgbClr val="C4C4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H="1">
            <a:off x="5545836" y="3493008"/>
            <a:ext cx="1106424" cy="0"/>
          </a:xfrm>
          <a:prstGeom prst="line">
            <a:avLst/>
          </a:prstGeom>
          <a:ln w="12700">
            <a:solidFill>
              <a:srgbClr val="C4C4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5545836" y="3255264"/>
            <a:ext cx="0" cy="237744"/>
          </a:xfrm>
          <a:prstGeom prst="line">
            <a:avLst/>
          </a:prstGeom>
          <a:ln w="12700">
            <a:solidFill>
              <a:srgbClr val="C4C4C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5815584" y="3387852"/>
            <a:ext cx="566928" cy="2103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C4C4C4"/>
                </a:solidFill>
                <a:latin typeface="Segoe UI"/>
              </a:rPr>
              <a:t>repair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7758683" y="3255264"/>
            <a:ext cx="0" cy="548640"/>
          </a:xfrm>
          <a:prstGeom prst="line">
            <a:avLst/>
          </a:prstGeom>
          <a:ln w="12700">
            <a:solidFill>
              <a:srgbClr val="C4C4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H="1">
            <a:off x="2226564" y="3803904"/>
            <a:ext cx="5532119" cy="0"/>
          </a:xfrm>
          <a:prstGeom prst="line">
            <a:avLst/>
          </a:prstGeom>
          <a:ln w="12700">
            <a:solidFill>
              <a:srgbClr val="C4C4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2226564" y="3255264"/>
            <a:ext cx="0" cy="548640"/>
          </a:xfrm>
          <a:prstGeom prst="line">
            <a:avLst/>
          </a:prstGeom>
          <a:ln w="12700">
            <a:solidFill>
              <a:srgbClr val="C4C4C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4599432" y="3698748"/>
            <a:ext cx="786384" cy="2103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C4C4C4"/>
                </a:solidFill>
                <a:latin typeface="Segoe UI"/>
              </a:rPr>
              <a:t>parity gaps</a:t>
            </a:r>
          </a:p>
        </p:txBody>
      </p:sp>
      <p:cxnSp>
        <p:nvCxnSpPr>
          <p:cNvPr id="45" name="Connector 44"/>
          <p:cNvCxnSpPr>
            <a:cxnSpLocks/>
          </p:cNvCxnSpPr>
          <p:nvPr/>
        </p:nvCxnSpPr>
        <p:spPr>
          <a:xfrm>
            <a:off x="9971532" y="3255264"/>
            <a:ext cx="0" cy="510657"/>
          </a:xfrm>
          <a:prstGeom prst="line">
            <a:avLst/>
          </a:prstGeom>
          <a:ln w="25400">
            <a:solidFill>
              <a:srgbClr val="007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>
            <a:cxnSpLocks/>
          </p:cNvCxnSpPr>
          <p:nvPr/>
        </p:nvCxnSpPr>
        <p:spPr>
          <a:xfrm flipH="1">
            <a:off x="8863964" y="3765921"/>
            <a:ext cx="1108710" cy="0"/>
          </a:xfrm>
          <a:prstGeom prst="line">
            <a:avLst/>
          </a:prstGeom>
          <a:ln w="25400">
            <a:solidFill>
              <a:srgbClr val="007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>
            <a:cxnSpLocks/>
          </p:cNvCxnSpPr>
          <p:nvPr/>
        </p:nvCxnSpPr>
        <p:spPr>
          <a:xfrm flipV="1">
            <a:off x="8862822" y="3255264"/>
            <a:ext cx="0" cy="510657"/>
          </a:xfrm>
          <a:prstGeom prst="line">
            <a:avLst/>
          </a:prstGeom>
          <a:ln w="25400">
            <a:solidFill>
              <a:srgbClr val="0078D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9061651" y="3657600"/>
            <a:ext cx="713336" cy="16158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 i="0" dirty="0">
                <a:solidFill>
                  <a:srgbClr val="0078D4"/>
                </a:solidFill>
                <a:latin typeface="Segoe UI"/>
              </a:rPr>
              <a:t>re-measure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40080" y="4681728"/>
            <a:ext cx="5321808" cy="120700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endParaRPr/>
          </a:p>
        </p:txBody>
      </p:sp>
      <p:cxnSp>
        <p:nvCxnSpPr>
          <p:cNvPr id="50" name="Connector 49"/>
          <p:cNvCxnSpPr/>
          <p:nvPr/>
        </p:nvCxnSpPr>
        <p:spPr>
          <a:xfrm>
            <a:off x="640080" y="4681728"/>
            <a:ext cx="0" cy="1207008"/>
          </a:xfrm>
          <a:prstGeom prst="line">
            <a:avLst/>
          </a:prstGeom>
          <a:ln w="44450">
            <a:solidFill>
              <a:srgbClr val="007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1" name="Picture 50" descr="gauge_azblu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5840" y="4901184"/>
            <a:ext cx="237744" cy="237744"/>
          </a:xfrm>
          <a:prstGeom prst="rect">
            <a:avLst/>
          </a:prstGeom>
        </p:spPr>
      </p:pic>
      <p:sp>
        <p:nvSpPr>
          <p:cNvPr id="52" name="TextBox 51"/>
          <p:cNvSpPr txBox="1"/>
          <p:nvPr/>
        </p:nvSpPr>
        <p:spPr>
          <a:xfrm>
            <a:off x="1371600" y="4882896"/>
            <a:ext cx="42062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000000"/>
                </a:solidFill>
                <a:latin typeface="Consolas"/>
              </a:rPr>
              <a:t>benchmark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05840" y="5266944"/>
            <a:ext cx="475488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3B3B3B"/>
                </a:solidFill>
                <a:latin typeface="Segoe UI"/>
              </a:rPr>
              <a:t>Measures the Rust port against the Python baseline on the hot paths — CPU, memory, latency — and records the numbers as an artifact.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227064" y="4681728"/>
            <a:ext cx="5321808" cy="120700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endParaRPr/>
          </a:p>
        </p:txBody>
      </p:sp>
      <p:cxnSp>
        <p:nvCxnSpPr>
          <p:cNvPr id="55" name="Connector 54"/>
          <p:cNvCxnSpPr/>
          <p:nvPr/>
        </p:nvCxnSpPr>
        <p:spPr>
          <a:xfrm>
            <a:off x="6227064" y="4681728"/>
            <a:ext cx="0" cy="1207008"/>
          </a:xfrm>
          <a:prstGeom prst="line">
            <a:avLst/>
          </a:prstGeom>
          <a:ln w="44450">
            <a:solidFill>
              <a:srgbClr val="007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6" name="Picture 55" descr="robot_azblu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92824" y="4901184"/>
            <a:ext cx="237744" cy="237744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6958583" y="4882896"/>
            <a:ext cx="42062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000000"/>
                </a:solidFill>
                <a:latin typeface="Consolas"/>
              </a:rPr>
              <a:t>optimize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592824" y="5266944"/>
            <a:ext cx="475488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 dirty="0">
                <a:solidFill>
                  <a:srgbClr val="3B3B3B"/>
                </a:solidFill>
                <a:latin typeface="Segoe UI"/>
              </a:rPr>
              <a:t>An agent tunes what the numbers say is slow, then the loop re-enters validate:  every speed-up is re-checked against the same oracle.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40080" y="6089904"/>
            <a:ext cx="10908792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0" i="0">
                <a:solidFill>
                  <a:srgbClr val="6E6E6E"/>
                </a:solidFill>
                <a:latin typeface="Segoe UI"/>
              </a:rPr>
              <a:t>The exit condition never changes:  no correctness regression against the oracle. Performance is only allowed to improve on top of that.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749808"/>
            <a:ext cx="10908792" cy="603504"/>
          </a:xfrm>
        </p:spPr>
        <p:txBody>
          <a:bodyPr wrap="square"/>
          <a:lstStyle/>
          <a:p>
            <a:r>
              <a:t>What the optimize loop bought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40080" y="1572768"/>
            <a:ext cx="10908792" cy="0"/>
          </a:xfrm>
          <a:prstGeom prst="line">
            <a:avLst/>
          </a:prstGeom>
          <a:ln w="12700">
            <a:solidFill>
              <a:srgbClr val="D2D2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40080" y="1737360"/>
            <a:ext cx="10908792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6E6E6E"/>
                </a:solidFill>
                <a:latin typeface="Segoe UI"/>
              </a:rPr>
              <a:t>Same switch, same oracle, before and after the benchmark → optimize loop — and every number below still passes all ~100 tests.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2212848"/>
            <a:ext cx="2606040" cy="340156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41247" y="2377440"/>
            <a:ext cx="2240280" cy="21945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0078D4"/>
                </a:solidFill>
                <a:latin typeface="Consolas"/>
              </a:rPr>
              <a:t>B9 · b09_read_amplification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841247" y="2633472"/>
            <a:ext cx="2203705" cy="0"/>
          </a:xfrm>
          <a:prstGeom prst="line">
            <a:avLst/>
          </a:prstGeom>
          <a:ln w="12700">
            <a:solidFill>
              <a:srgbClr val="D2D2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841247" y="2724912"/>
            <a:ext cx="2313432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000000"/>
                </a:solidFill>
                <a:latin typeface="Segoe UI"/>
              </a:rPr>
              <a:t>Chatter with the hardware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3127248"/>
            <a:ext cx="2276856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0078D4"/>
                </a:solidFill>
                <a:latin typeface="Segoe UI"/>
              </a:rPr>
              <a:t>−32%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3694176"/>
            <a:ext cx="225856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E6E6E"/>
                </a:solidFill>
                <a:latin typeface="Segoe UI"/>
              </a:rPr>
              <a:t>fewer questions asked of the optical modules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4306823"/>
            <a:ext cx="548640" cy="1828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6E6E6E"/>
                </a:solidFill>
                <a:latin typeface="Segoe UI"/>
              </a:rPr>
              <a:t>Before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426464" y="4297679"/>
            <a:ext cx="1170432" cy="155448"/>
          </a:xfrm>
          <a:prstGeom prst="rect">
            <a:avLst/>
          </a:prstGeom>
          <a:solidFill>
            <a:srgbClr val="C8C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679191" y="4293107"/>
            <a:ext cx="777240" cy="20116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Segoe UI"/>
              </a:rPr>
              <a:t>21.5k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7" y="4617719"/>
            <a:ext cx="548640" cy="1828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6E6E6E"/>
                </a:solidFill>
                <a:latin typeface="Segoe UI"/>
              </a:rPr>
              <a:t>After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426464" y="4608575"/>
            <a:ext cx="794804" cy="155448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303564" y="4604003"/>
            <a:ext cx="777240" cy="20116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Segoe UI"/>
              </a:rPr>
              <a:t>14.6k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41247" y="5175504"/>
            <a:ext cx="2203705" cy="0"/>
          </a:xfrm>
          <a:prstGeom prst="line">
            <a:avLst/>
          </a:prstGeom>
          <a:ln w="12700">
            <a:solidFill>
              <a:srgbClr val="D2D2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841247" y="5266944"/>
            <a:ext cx="22402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6E6E6E"/>
                </a:solidFill>
                <a:latin typeface="Segoe UI"/>
              </a:rPr>
              <a:t>EEPROM events every 30 seconds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10712" y="2212848"/>
            <a:ext cx="2606040" cy="340156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611880" y="2377440"/>
            <a:ext cx="2240280" cy="21945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0078D4"/>
                </a:solidFill>
                <a:latin typeface="Consolas"/>
              </a:rPr>
              <a:t>B8 · b08_error_inject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3611880" y="2633472"/>
            <a:ext cx="2203704" cy="0"/>
          </a:xfrm>
          <a:prstGeom prst="line">
            <a:avLst/>
          </a:prstGeom>
          <a:ln w="12700">
            <a:solidFill>
              <a:srgbClr val="D2D2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3611880" y="2724912"/>
            <a:ext cx="2313432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000000"/>
                </a:solidFill>
                <a:latin typeface="Segoe UI"/>
              </a:rPr>
              <a:t>Noticing a fault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11880" y="3127248"/>
            <a:ext cx="2276856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0078D4"/>
                </a:solidFill>
                <a:latin typeface="Segoe UI"/>
              </a:rPr>
              <a:t>1.9× faster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11880" y="3694176"/>
            <a:ext cx="225856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E6E6E"/>
                </a:solidFill>
                <a:latin typeface="Segoe UI"/>
              </a:rPr>
              <a:t>from 0.26 s down to 0.14 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11880" y="4306823"/>
            <a:ext cx="548640" cy="1828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6E6E6E"/>
                </a:solidFill>
                <a:latin typeface="Segoe UI"/>
              </a:rPr>
              <a:t>Before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197096" y="4297679"/>
            <a:ext cx="1170432" cy="155448"/>
          </a:xfrm>
          <a:prstGeom prst="rect">
            <a:avLst/>
          </a:prstGeom>
          <a:solidFill>
            <a:srgbClr val="C8C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449824" y="4293107"/>
            <a:ext cx="777240" cy="20116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Segoe UI"/>
              </a:rPr>
              <a:t>0.26s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11880" y="4617719"/>
            <a:ext cx="548640" cy="1828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6E6E6E"/>
                </a:solidFill>
                <a:latin typeface="Segoe UI"/>
              </a:rPr>
              <a:t>After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197096" y="4608575"/>
            <a:ext cx="630232" cy="155448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909624" y="4604003"/>
            <a:ext cx="777240" cy="20116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Segoe UI"/>
              </a:rPr>
              <a:t>0.14s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3611880" y="5175504"/>
            <a:ext cx="2203704" cy="0"/>
          </a:xfrm>
          <a:prstGeom prst="line">
            <a:avLst/>
          </a:prstGeom>
          <a:ln w="12700">
            <a:solidFill>
              <a:srgbClr val="D2D2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3611880" y="5266944"/>
            <a:ext cx="22402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6E6E6E"/>
                </a:solidFill>
                <a:latin typeface="Segoe UI"/>
              </a:rPr>
              <a:t>time to set the error flag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181344" y="2212848"/>
            <a:ext cx="2606040" cy="340156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382512" y="2377440"/>
            <a:ext cx="2240280" cy="21945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0078D4"/>
                </a:solidFill>
                <a:latin typeface="Consolas"/>
              </a:rPr>
              <a:t>B5 · b05_idle_soak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6382512" y="2633472"/>
            <a:ext cx="2203704" cy="0"/>
          </a:xfrm>
          <a:prstGeom prst="line">
            <a:avLst/>
          </a:prstGeom>
          <a:ln w="12700">
            <a:solidFill>
              <a:srgbClr val="D2D2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6382512" y="2724912"/>
            <a:ext cx="2313432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000000"/>
                </a:solidFill>
                <a:latin typeface="Segoe UI"/>
              </a:rPr>
              <a:t>Processor it uses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82512" y="3127248"/>
            <a:ext cx="2276856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0078D4"/>
                </a:solidFill>
                <a:latin typeface="Segoe UI"/>
              </a:rPr>
              <a:t>−15%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82512" y="3694176"/>
            <a:ext cx="225856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E6E6E"/>
                </a:solidFill>
                <a:latin typeface="Segoe UI"/>
              </a:rPr>
              <a:t>leaves more room for everything else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82512" y="4306823"/>
            <a:ext cx="548640" cy="1828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6E6E6E"/>
                </a:solidFill>
                <a:latin typeface="Segoe UI"/>
              </a:rPr>
              <a:t>Before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967728" y="4297679"/>
            <a:ext cx="1170432" cy="155448"/>
          </a:xfrm>
          <a:prstGeom prst="rect">
            <a:avLst/>
          </a:prstGeom>
          <a:solidFill>
            <a:srgbClr val="C8C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8220456" y="4293107"/>
            <a:ext cx="777240" cy="20116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Segoe UI"/>
              </a:rPr>
              <a:t>41.8%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82512" y="4617719"/>
            <a:ext cx="548640" cy="1828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6E6E6E"/>
                </a:solidFill>
                <a:latin typeface="Segoe UI"/>
              </a:rPr>
              <a:t>After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967728" y="4608575"/>
            <a:ext cx="996827" cy="155448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8046851" y="4604003"/>
            <a:ext cx="777240" cy="20116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Segoe UI"/>
              </a:rPr>
              <a:t>35.6%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6382512" y="5175504"/>
            <a:ext cx="2203704" cy="0"/>
          </a:xfrm>
          <a:prstGeom prst="line">
            <a:avLst/>
          </a:prstGeom>
          <a:ln w="12700">
            <a:solidFill>
              <a:srgbClr val="D2D2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6382512" y="5266944"/>
            <a:ext cx="22402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6E6E6E"/>
                </a:solidFill>
                <a:latin typeface="Segoe UI"/>
              </a:rPr>
              <a:t>CPU % over a 30 s soak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951976" y="2212848"/>
            <a:ext cx="2606040" cy="340156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9153144" y="2377440"/>
            <a:ext cx="2240280" cy="21945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0078D4"/>
                </a:solidFill>
                <a:latin typeface="Consolas"/>
              </a:rPr>
              <a:t>B12 · get_presence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9153144" y="2633472"/>
            <a:ext cx="2203704" cy="0"/>
          </a:xfrm>
          <a:prstGeom prst="line">
            <a:avLst/>
          </a:prstGeom>
          <a:ln w="12700">
            <a:solidFill>
              <a:srgbClr val="D2D2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9153144" y="2724912"/>
            <a:ext cx="2313432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000000"/>
                </a:solidFill>
                <a:latin typeface="Segoe UI"/>
              </a:rPr>
              <a:t>Its most common lookup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153144" y="3127248"/>
            <a:ext cx="2276856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0078D4"/>
                </a:solidFill>
                <a:latin typeface="Segoe UI"/>
              </a:rPr>
              <a:t>3.6× faster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153144" y="3694176"/>
            <a:ext cx="225856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E6E6E"/>
                </a:solidFill>
                <a:latin typeface="Segoe UI"/>
              </a:rPr>
              <a:t>runs constantly, so this adds up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153144" y="4306823"/>
            <a:ext cx="548640" cy="1828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6E6E6E"/>
                </a:solidFill>
                <a:latin typeface="Segoe UI"/>
              </a:rPr>
              <a:t>Before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738359" y="4297679"/>
            <a:ext cx="1170432" cy="155448"/>
          </a:xfrm>
          <a:prstGeom prst="rect">
            <a:avLst/>
          </a:prstGeom>
          <a:solidFill>
            <a:srgbClr val="C8C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10991087" y="4293107"/>
            <a:ext cx="777240" cy="20116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Segoe UI"/>
              </a:rPr>
              <a:t>8.9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153144" y="4617719"/>
            <a:ext cx="548640" cy="1828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6E6E6E"/>
                </a:solidFill>
                <a:latin typeface="Segoe UI"/>
              </a:rPr>
              <a:t>After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738359" y="4608575"/>
            <a:ext cx="315622" cy="155448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10136278" y="4604003"/>
            <a:ext cx="777240" cy="20116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Segoe UI"/>
              </a:rPr>
              <a:t>2.4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9153144" y="5175504"/>
            <a:ext cx="2203704" cy="0"/>
          </a:xfrm>
          <a:prstGeom prst="line">
            <a:avLst/>
          </a:prstGeom>
          <a:ln w="12700">
            <a:solidFill>
              <a:srgbClr val="D2D2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TextBox 59"/>
          <p:cNvSpPr txBox="1"/>
          <p:nvPr/>
        </p:nvSpPr>
        <p:spPr>
          <a:xfrm>
            <a:off x="9153144" y="5266944"/>
            <a:ext cx="22402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6E6E6E"/>
                </a:solidFill>
                <a:latin typeface="Segoe UI"/>
              </a:rPr>
              <a:t>microseconds per call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40080" y="5870448"/>
            <a:ext cx="10908792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0">
                <a:solidFill>
                  <a:srgbClr val="6E6E6E"/>
                </a:solidFill>
                <a:latin typeface="Segoe UI"/>
              </a:rPr>
              <a:t>Correctness never moved:  the same oracle gates every optimization round, so these are speed-ups on top of a verified port.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749808"/>
            <a:ext cx="10908792" cy="603504"/>
          </a:xfrm>
        </p:spPr>
        <p:txBody>
          <a:bodyPr wrap="square"/>
          <a:lstStyle/>
          <a:p>
            <a:r>
              <a:t>Conclusion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40080" y="1572768"/>
            <a:ext cx="10908792" cy="0"/>
          </a:xfrm>
          <a:prstGeom prst="line">
            <a:avLst/>
          </a:prstGeom>
          <a:ln w="12700">
            <a:solidFill>
              <a:srgbClr val="D2D2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640080" y="2103120"/>
            <a:ext cx="10908792" cy="859536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cxnSp>
        <p:nvCxnSpPr>
          <p:cNvPr id="5" name="Connector 4"/>
          <p:cNvCxnSpPr/>
          <p:nvPr/>
        </p:nvCxnSpPr>
        <p:spPr>
          <a:xfrm>
            <a:off x="640080" y="2103120"/>
            <a:ext cx="0" cy="859536"/>
          </a:xfrm>
          <a:prstGeom prst="line">
            <a:avLst/>
          </a:prstGeom>
          <a:ln w="44450">
            <a:solidFill>
              <a:srgbClr val="007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2377439"/>
            <a:ext cx="310896" cy="31089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572768" y="2231136"/>
            <a:ext cx="51206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000000"/>
                </a:solidFill>
                <a:latin typeface="Segoe UI"/>
              </a:rPr>
              <a:t>A test oracle with no hardware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72768" y="2578608"/>
            <a:ext cx="9509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6E6E6E"/>
                </a:solidFill>
                <a:latin typeface="Segoe UI"/>
              </a:rPr>
              <a:t>an emulator plus ~100 black-box tests that run the real daemon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3127248"/>
            <a:ext cx="10908792" cy="859536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cxnSp>
        <p:nvCxnSpPr>
          <p:cNvPr id="10" name="Connector 9"/>
          <p:cNvCxnSpPr/>
          <p:nvPr/>
        </p:nvCxnSpPr>
        <p:spPr>
          <a:xfrm>
            <a:off x="640080" y="3127248"/>
            <a:ext cx="0" cy="859535"/>
          </a:xfrm>
          <a:prstGeom prst="line">
            <a:avLst/>
          </a:prstGeom>
          <a:ln w="44450">
            <a:solidFill>
              <a:srgbClr val="007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1560" y="3401568"/>
            <a:ext cx="310896" cy="31089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572768" y="3255264"/>
            <a:ext cx="51206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000000"/>
                </a:solidFill>
                <a:latin typeface="Segoe UI"/>
              </a:rPr>
              <a:t>An automated Python → Rust port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72768" y="3602736"/>
            <a:ext cx="9509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6E6E6E"/>
                </a:solidFill>
                <a:latin typeface="Segoe UI"/>
              </a:rPr>
              <a:t>a deterministic multi-agent pipeline that validates its own work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4151376"/>
            <a:ext cx="10908792" cy="859536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cxnSp>
        <p:nvCxnSpPr>
          <p:cNvPr id="15" name="Connector 14"/>
          <p:cNvCxnSpPr/>
          <p:nvPr/>
        </p:nvCxnSpPr>
        <p:spPr>
          <a:xfrm>
            <a:off x="640080" y="4151376"/>
            <a:ext cx="0" cy="859536"/>
          </a:xfrm>
          <a:prstGeom prst="line">
            <a:avLst/>
          </a:prstGeom>
          <a:ln w="44450">
            <a:solidFill>
              <a:srgbClr val="007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1560" y="4425696"/>
            <a:ext cx="310896" cy="310896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572768" y="4279392"/>
            <a:ext cx="51206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000000"/>
                </a:solidFill>
                <a:latin typeface="Segoe UI"/>
              </a:rPr>
              <a:t>Verified first, then faster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72768" y="4626864"/>
            <a:ext cx="9509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6E6E6E"/>
                </a:solidFill>
                <a:latin typeface="Segoe UI"/>
              </a:rPr>
              <a:t>every optimization re-gated by the same oracle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749808"/>
            <a:ext cx="10908792" cy="603504"/>
          </a:xfrm>
        </p:spPr>
        <p:txBody>
          <a:bodyPr wrap="square"/>
          <a:lstStyle/>
          <a:p>
            <a:r>
              <a:t>What's next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40080" y="1572768"/>
            <a:ext cx="10908792" cy="0"/>
          </a:xfrm>
          <a:prstGeom prst="line">
            <a:avLst/>
          </a:prstGeom>
          <a:ln w="12700">
            <a:solidFill>
              <a:srgbClr val="D2D2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40080" y="1737360"/>
            <a:ext cx="10908792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6E6E6E"/>
                </a:solidFill>
                <a:latin typeface="Segoe UI"/>
              </a:rPr>
              <a:t>Two directions:  get this daemon onto real switches, and point the same pipeline at the rest of SONiC.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2212848"/>
            <a:ext cx="10908792" cy="1700784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endParaRPr/>
          </a:p>
        </p:txBody>
      </p:sp>
      <p:cxnSp>
        <p:nvCxnSpPr>
          <p:cNvPr id="6" name="Connector 5"/>
          <p:cNvCxnSpPr/>
          <p:nvPr/>
        </p:nvCxnSpPr>
        <p:spPr>
          <a:xfrm>
            <a:off x="640080" y="2212848"/>
            <a:ext cx="0" cy="1700784"/>
          </a:xfrm>
          <a:prstGeom prst="line">
            <a:avLst/>
          </a:prstGeom>
          <a:ln w="44450">
            <a:solidFill>
              <a:srgbClr val="007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969264" y="2468880"/>
            <a:ext cx="384048" cy="384048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36192" y="2450591"/>
            <a:ext cx="42062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000000"/>
                </a:solidFill>
                <a:latin typeface="Segoe UI"/>
              </a:rPr>
              <a:t>Deploy it for real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36191" y="2907791"/>
            <a:ext cx="9346663" cy="4154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dirty="0">
                <a:solidFill>
                  <a:srgbClr val="3B3B3B"/>
                </a:solidFill>
                <a:latin typeface="Segoe UI"/>
              </a:rPr>
              <a:t>Run the Rust </a:t>
            </a:r>
            <a:r>
              <a:rPr sz="1350" b="0" dirty="0" err="1">
                <a:solidFill>
                  <a:srgbClr val="3B3B3B"/>
                </a:solidFill>
                <a:latin typeface="Segoe UI"/>
              </a:rPr>
              <a:t>xcvrd</a:t>
            </a:r>
            <a:r>
              <a:rPr sz="1350" b="0" dirty="0">
                <a:solidFill>
                  <a:srgbClr val="3B3B3B"/>
                </a:solidFill>
                <a:latin typeface="Segoe UI"/>
              </a:rPr>
              <a:t> on real switches with real optics. The emulator proved behavior; hardware has to prove the rest — staged, with the same oracle running at every step.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4133087"/>
            <a:ext cx="10908792" cy="1700784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endParaRPr/>
          </a:p>
        </p:txBody>
      </p:sp>
      <p:cxnSp>
        <p:nvCxnSpPr>
          <p:cNvPr id="17" name="Connector 16"/>
          <p:cNvCxnSpPr/>
          <p:nvPr/>
        </p:nvCxnSpPr>
        <p:spPr>
          <a:xfrm>
            <a:off x="640080" y="4133087"/>
            <a:ext cx="0" cy="1700785"/>
          </a:xfrm>
          <a:prstGeom prst="line">
            <a:avLst/>
          </a:prstGeom>
          <a:ln w="44450">
            <a:solidFill>
              <a:srgbClr val="5D52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969264" y="4389120"/>
            <a:ext cx="384048" cy="384048"/>
          </a:xfrm>
          <a:prstGeom prst="rect">
            <a:avLst/>
          </a:prstGeom>
          <a:solidFill>
            <a:srgbClr val="5D5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36192" y="4370831"/>
            <a:ext cx="4572000" cy="2923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US" sz="1900" b="1" dirty="0">
                <a:solidFill>
                  <a:srgbClr val="000000"/>
                </a:solidFill>
                <a:latin typeface="Segoe UI"/>
              </a:rPr>
              <a:t>Run </a:t>
            </a:r>
            <a:r>
              <a:rPr lang="en-US" sz="1900" b="1">
                <a:solidFill>
                  <a:srgbClr val="000000"/>
                </a:solidFill>
                <a:latin typeface="Segoe UI"/>
              </a:rPr>
              <a:t>our pipeline</a:t>
            </a:r>
            <a:r>
              <a:rPr sz="1900" b="1">
                <a:solidFill>
                  <a:srgbClr val="000000"/>
                </a:solidFill>
                <a:latin typeface="Segoe UI"/>
              </a:rPr>
              <a:t> </a:t>
            </a:r>
            <a:r>
              <a:rPr sz="1900" b="1" dirty="0">
                <a:solidFill>
                  <a:srgbClr val="000000"/>
                </a:solidFill>
                <a:latin typeface="Segoe UI"/>
              </a:rPr>
              <a:t>at the rest of </a:t>
            </a:r>
            <a:r>
              <a:rPr sz="1900" b="1" dirty="0" err="1">
                <a:solidFill>
                  <a:srgbClr val="000000"/>
                </a:solidFill>
                <a:latin typeface="Segoe UI"/>
              </a:rPr>
              <a:t>SONiC</a:t>
            </a:r>
            <a:endParaRPr sz="1900" b="1" dirty="0">
              <a:solidFill>
                <a:srgbClr val="000000"/>
              </a:solidFill>
              <a:latin typeface="Segoe UI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536192" y="4828031"/>
            <a:ext cx="461772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3B3B3B"/>
                </a:solidFill>
                <a:latin typeface="Segoe UI"/>
              </a:rPr>
              <a:t>xcvrd was one daemon — nothing in the pipeline was specific to it. Each new module needs its own oracle first;  that is the real cost, and it is reusable.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720840" y="4681727"/>
            <a:ext cx="1115568" cy="566928"/>
          </a:xfrm>
          <a:prstGeom prst="rect">
            <a:avLst/>
          </a:prstGeom>
          <a:solidFill>
            <a:srgbClr val="5D52EC"/>
          </a:solidFill>
          <a:ln w="12700">
            <a:solidFill>
              <a:srgbClr val="5D5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Consolas"/>
              </a:rPr>
              <a:t>xcvrd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964423" y="4681727"/>
            <a:ext cx="1115568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2D2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3B3B3B"/>
                </a:solidFill>
                <a:latin typeface="Consolas"/>
              </a:rPr>
              <a:t>psud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208008" y="4681727"/>
            <a:ext cx="1115568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2D2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3B3B3B"/>
                </a:solidFill>
                <a:latin typeface="Consolas"/>
              </a:rPr>
              <a:t>ledd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451592" y="4681727"/>
            <a:ext cx="1115568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2D2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3B3B3B"/>
                </a:solidFill>
                <a:latin typeface="Consolas"/>
              </a:rPr>
              <a:t>thermalctld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20840" y="5358383"/>
            <a:ext cx="46634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A1A1A1"/>
                </a:solidFill>
                <a:latin typeface="Segoe UI"/>
              </a:rPr>
              <a:t>✓ done                        candidates — same engine, new oracle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6035040"/>
            <a:ext cx="10908792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0">
                <a:solidFill>
                  <a:srgbClr val="6E6E6E"/>
                </a:solidFill>
                <a:latin typeface="Segoe UI"/>
              </a:rPr>
              <a:t>The daemon is the deliverable;  the pipeline is the thing that keeps paying off.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dirty="0"/>
              <a:t>Questions &amp; discussion</a:t>
            </a:r>
            <a:r>
              <a:rPr lang="en-US" dirty="0"/>
              <a:t> ?</a:t>
            </a:r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584199" y="3868381"/>
            <a:ext cx="5120640" cy="31089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6E6E6E"/>
                </a:solidFill>
                <a:latin typeface="Segoe UI"/>
              </a:rPr>
              <a:t>With thanks to Changrong Wu and Guohan Lu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zure 2023 Template">
  <a:themeElements>
    <a:clrScheme name="Azure brand 2603">
      <a:dk1>
        <a:srgbClr val="000000"/>
      </a:dk1>
      <a:lt1>
        <a:srgbClr val="FFFFFF"/>
      </a:lt1>
      <a:dk2>
        <a:srgbClr val="0000B3"/>
      </a:dk2>
      <a:lt2>
        <a:srgbClr val="D9D9D6"/>
      </a:lt2>
      <a:accent1>
        <a:srgbClr val="1A00E2"/>
      </a:accent1>
      <a:accent2>
        <a:srgbClr val="00BBC3"/>
      </a:accent2>
      <a:accent3>
        <a:srgbClr val="D12ACA"/>
      </a:accent3>
      <a:accent4>
        <a:srgbClr val="0078D4"/>
      </a:accent4>
      <a:accent5>
        <a:srgbClr val="0D0061"/>
      </a:accent5>
      <a:accent6>
        <a:srgbClr val="5D52EC"/>
      </a:accent6>
      <a:hlink>
        <a:srgbClr val="0000B3"/>
      </a:hlink>
      <a:folHlink>
        <a:srgbClr val="0D0061"/>
      </a:folHlink>
    </a:clrScheme>
    <a:fontScheme name="Custom 3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>
          <a:noFill/>
          <a:headEnd type="none" w="med" len="med"/>
          <a:tailEnd type="none" w="med" len="med"/>
        </a:ln>
        <a:effectLst/>
      </a:spPr>
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<a:prstTxWarp prst="textNoShape">
          <a:avLst/>
        </a:prstTxWarp>
        <a:noAutofit/>
      </a:bodyPr>
      <a:lstStyle>
        <a:defPPr algn="l" defTabSz="932472" fontAlgn="base">
          <a:spcBef>
            <a:spcPct val="0"/>
          </a:spcBef>
          <a:spcAft>
            <a:spcPct val="0"/>
          </a:spcAft>
          <a:defRPr sz="2000" dirty="0" err="1" smtClean="0">
            <a:solidFill>
              <a:srgbClr val="FFFFFF"/>
            </a:solidFill>
            <a:ea typeface="Segoe UI" pitchFamily="34" charset="0"/>
            <a:cs typeface="Segoe UI" pitchFamily="34" charset="0"/>
          </a:defRPr>
        </a:defPPr>
      </a:lstStyle>
      <a:style>
        <a:lnRef idx="1">
          <a:schemeClr val="accent2"/>
        </a:lnRef>
        <a:fillRef idx="3">
          <a:schemeClr val="accent2"/>
        </a:fillRef>
        <a:effectRef idx="2">
          <a:schemeClr val="accent2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headEnd type="none" w="lg" len="med"/>
          <a:tailEnd type="none" w="lg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sz="2000" dirty="0" err="1" smtClean="0"/>
        </a:defPPr>
      </a:lstStyle>
    </a:txDef>
  </a:objectDefaults>
  <a:extraClrSchemeLst/>
  <a:custClrLst>
    <a:custClr name="Light Brown">
      <a:srgbClr val="E1D3C7"/>
    </a:custClr>
    <a:custClr name="Light Yellow">
      <a:srgbClr val="FFE399"/>
    </a:custClr>
    <a:custClr name="Light Orange">
      <a:srgbClr val="FFA38B"/>
    </a:custClr>
    <a:custClr name="Light Red">
      <a:srgbClr val="FFB3BB"/>
    </a:custClr>
    <a:custClr name="Light Magenta">
      <a:srgbClr val="D59ED7"/>
    </a:custClr>
    <a:custClr name="Light Purple">
      <a:srgbClr val="C5B4E3"/>
    </a:custClr>
    <a:custClr name="Light Blue">
      <a:srgbClr val="8DC8E8"/>
    </a:custClr>
    <a:custClr name="Light Teal">
      <a:srgbClr val="B9DCD2"/>
    </a:custClr>
    <a:custClr name="Light Green">
      <a:srgbClr val="D4EC8E"/>
    </a:custClr>
    <a:custClr name="Blue Black">
      <a:srgbClr val="091F2C"/>
    </a:custClr>
    <a:custClr name="Brown">
      <a:srgbClr val="BF9474"/>
    </a:custClr>
    <a:custClr name="Yellow">
      <a:srgbClr val="FFB900"/>
    </a:custClr>
    <a:custClr name="Orange">
      <a:srgbClr val="FF5C39"/>
    </a:custClr>
    <a:custClr name="Red">
      <a:srgbClr val="F4364C"/>
    </a:custClr>
    <a:custClr name="Magenta">
      <a:srgbClr val="C03BC4"/>
    </a:custClr>
    <a:custClr name="Purple">
      <a:srgbClr val="8661C5"/>
    </a:custClr>
    <a:custClr name="Blue">
      <a:srgbClr val="0078D4"/>
    </a:custClr>
    <a:custClr name="Teal">
      <a:srgbClr val="49C5B1"/>
    </a:custClr>
    <a:custClr name="Green">
      <a:srgbClr val="8DE971"/>
    </a:custClr>
    <a:custClr name="Rich Black">
      <a:srgbClr val="000000"/>
    </a:custClr>
    <a:custClr name="Dark Brown">
      <a:srgbClr val="5C4738"/>
    </a:custClr>
    <a:custClr name="Dark Yellow">
      <a:srgbClr val="7F5A1A"/>
    </a:custClr>
    <a:custClr name="Dark Orange">
      <a:srgbClr val="73391D"/>
    </a:custClr>
    <a:custClr name="Dark Red">
      <a:srgbClr val="73262F"/>
    </a:custClr>
    <a:custClr name="Dark Magenta">
      <a:srgbClr val="702573"/>
    </a:custClr>
    <a:custClr name="Dark Purple">
      <a:srgbClr val="463668"/>
    </a:custClr>
    <a:custClr name="Dark Blue">
      <a:srgbClr val="2A446F"/>
    </a:custClr>
    <a:custClr name="Dark Teal">
      <a:srgbClr val="225B62"/>
    </a:custClr>
    <a:custClr name="Dark Green">
      <a:srgbClr val="07641D"/>
    </a:custClr>
    <a:custClr name="Brown Black">
      <a:srgbClr val="291817"/>
    </a:custClr>
    <a:custClr name="Pure White">
      <a:srgbClr val="FFFFFF"/>
    </a:custClr>
    <a:custClr name="Off White">
      <a:srgbClr val="F4F3F5"/>
    </a:custClr>
    <a:custClr name="Warm White">
      <a:srgbClr val="FFF8F3"/>
    </a:custClr>
    <a:custClr name="Warm Light Gray">
      <a:srgbClr val="E8E6DF"/>
    </a:custClr>
    <a:custClr name="Mid Gray">
      <a:srgbClr val="D7D2CB"/>
    </a:custClr>
    <a:custClr name="Warm Gray">
      <a:srgbClr val="8C8279"/>
    </a:custClr>
    <a:custClr name="Light Gray">
      <a:srgbClr val="D9D9D6"/>
    </a:custClr>
    <a:custClr name="Cool Gray">
      <a:srgbClr val="B1B3B3"/>
    </a:custClr>
    <a:custClr name="Dark Gray">
      <a:srgbClr val="454142"/>
    </a:custClr>
    <a:custClr name="Pure White">
      <a:srgbClr val="FFFFFF"/>
    </a:custClr>
    <a:custClr name="Blank">
      <a:srgbClr val="F0F0F0"/>
    </a:custClr>
    <a:custClr name="Blank">
      <a:srgbClr val="F0F0F0"/>
    </a:custClr>
    <a:custClr name="Blank">
      <a:srgbClr val="F0F0F0"/>
    </a:custClr>
    <a:custClr name="Blank">
      <a:srgbClr val="F0F0F0"/>
    </a:custClr>
    <a:custClr name="Blank">
      <a:srgbClr val="F0F0F0"/>
    </a:custClr>
    <a:custClr name="Blank">
      <a:srgbClr val="F0F0F0"/>
    </a:custClr>
    <a:custClr name="Blank">
      <a:srgbClr val="F0F0F0"/>
    </a:custClr>
    <a:custClr name="Blank">
      <a:srgbClr val="F0F0F0"/>
    </a:custClr>
  </a:custClrLst>
  <a:extLst>
    <a:ext uri="{05A4C25C-085E-4340-85A3-A5531E510DB2}">
      <thm15:themeFamily xmlns:thm15="http://schemas.microsoft.com/office/thememl/2012/main" name="Presentation1" id="{0EE44026-8EF2-4481-9EC2-E0EE7F30F74B}" vid="{282A243A-EF18-4FA1-886E-92BF26AB74A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custClrLst>
    <a:custClr name="Light Orange">
      <a:srgbClr val="FF9349"/>
    </a:custClr>
    <a:custClr name="Light Yellow">
      <a:srgbClr val="FEF000"/>
    </a:custClr>
    <a:custClr name="Light Green">
      <a:srgbClr val="9BF00B"/>
    </a:custClr>
    <a:custClr name="Light Teal">
      <a:srgbClr val="30E5D0"/>
    </a:custClr>
    <a:custClr name="Light Blue">
      <a:srgbClr val="50E6FF"/>
    </a:custClr>
    <a:custClr name="Light Purple">
      <a:srgbClr val="D59DFF"/>
    </a:custClr>
    <a:custClr name="White">
      <a:srgbClr val="FFFFFF"/>
    </a:custClr>
    <a:custClr name="Extra Light Gray">
      <a:srgbClr val="F2F2F2"/>
    </a:custClr>
    <a:custClr name="Light Gray">
      <a:srgbClr val="E6E6E6"/>
    </a:custClr>
    <a:custClr name="Gray">
      <a:srgbClr val="D2D2D2"/>
    </a:custClr>
    <a:custClr name="Orange">
      <a:srgbClr val="D83B01"/>
    </a:custClr>
    <a:custClr name="Yellow">
      <a:srgbClr val="FFB900"/>
    </a:custClr>
    <a:custClr name="Green">
      <a:srgbClr val="107C10"/>
    </a:custClr>
    <a:custClr name="Teal">
      <a:srgbClr val="008575"/>
    </a:custClr>
    <a:custClr name="Blue">
      <a:srgbClr val="0078D4"/>
    </a:custClr>
    <a:custClr name="Purple">
      <a:srgbClr val="8661C5"/>
    </a:custClr>
    <a:custClr name="Mid Gray">
      <a:srgbClr val="737373"/>
    </a:custClr>
    <a:custClr name="Dark Gray">
      <a:srgbClr val="505050"/>
    </a:custClr>
    <a:custClr name="Extra Dark Gray">
      <a:srgbClr val="2F2F2F"/>
    </a:custClr>
    <a:custClr name="Rick Black">
      <a:srgbClr val="000000"/>
    </a:custClr>
    <a:custClr name="Dark Orange">
      <a:srgbClr val="6B2929"/>
    </a:custClr>
    <a:custClr name="Dark Yellow">
      <a:srgbClr val="6A4B16"/>
    </a:custClr>
    <a:custClr name="Dark Green">
      <a:srgbClr val="054B16"/>
    </a:custClr>
    <a:custClr name="Dark Teal">
      <a:srgbClr val="274B47"/>
    </a:custClr>
    <a:custClr name="Dark Blue">
      <a:srgbClr val="243A5E"/>
    </a:custClr>
    <a:custClr name="Dark Purple">
      <a:srgbClr val="3B2E58"/>
    </a:custClr>
  </a:custClr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custClrLst>
    <a:custClr name="Light Orange">
      <a:srgbClr val="FF9349"/>
    </a:custClr>
    <a:custClr name="Light Yellow">
      <a:srgbClr val="FEF000"/>
    </a:custClr>
    <a:custClr name="Light Green">
      <a:srgbClr val="9BF00B"/>
    </a:custClr>
    <a:custClr name="Light Teal">
      <a:srgbClr val="30E5D0"/>
    </a:custClr>
    <a:custClr name="Light Blue">
      <a:srgbClr val="50E6FF"/>
    </a:custClr>
    <a:custClr name="Light Purple">
      <a:srgbClr val="D59DFF"/>
    </a:custClr>
    <a:custClr name="White">
      <a:srgbClr val="FFFFFF"/>
    </a:custClr>
    <a:custClr name="Extra Light Gray">
      <a:srgbClr val="F2F2F2"/>
    </a:custClr>
    <a:custClr name="Light Gray">
      <a:srgbClr val="E6E6E6"/>
    </a:custClr>
    <a:custClr name="Gray">
      <a:srgbClr val="D2D2D2"/>
    </a:custClr>
    <a:custClr name="Orange">
      <a:srgbClr val="D83B01"/>
    </a:custClr>
    <a:custClr name="Yellow">
      <a:srgbClr val="FFB900"/>
    </a:custClr>
    <a:custClr name="Green">
      <a:srgbClr val="107C10"/>
    </a:custClr>
    <a:custClr name="Teal">
      <a:srgbClr val="008575"/>
    </a:custClr>
    <a:custClr name="Blue">
      <a:srgbClr val="0078D4"/>
    </a:custClr>
    <a:custClr name="Purple">
      <a:srgbClr val="8661C5"/>
    </a:custClr>
    <a:custClr name="Mid Gray">
      <a:srgbClr val="737373"/>
    </a:custClr>
    <a:custClr name="Dark Gray">
      <a:srgbClr val="505050"/>
    </a:custClr>
    <a:custClr name="Extra Dark Gray">
      <a:srgbClr val="2F2F2F"/>
    </a:custClr>
    <a:custClr name="Rick Black">
      <a:srgbClr val="000000"/>
    </a:custClr>
    <a:custClr name="Dark Orange">
      <a:srgbClr val="6B2929"/>
    </a:custClr>
    <a:custClr name="Dark Yellow">
      <a:srgbClr val="6A4B16"/>
    </a:custClr>
    <a:custClr name="Dark Green">
      <a:srgbClr val="054B16"/>
    </a:custClr>
    <a:custClr name="Dark Teal">
      <a:srgbClr val="274B47"/>
    </a:custClr>
    <a:custClr name="Dark Blue">
      <a:srgbClr val="243A5E"/>
    </a:custClr>
    <a:custClr name="Dark Purple">
      <a:srgbClr val="3B2E58"/>
    </a:custClr>
  </a:custClr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/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EDDEA06992EEB4992458852F94E6CAA" ma:contentTypeVersion="18" ma:contentTypeDescription="Create a new document." ma:contentTypeScope="" ma:versionID="c9b5a71cc2755bfd612967e830a92ded">
  <xsd:schema xmlns:xsd="http://www.w3.org/2001/XMLSchema" xmlns:xs="http://www.w3.org/2001/XMLSchema" xmlns:p="http://schemas.microsoft.com/office/2006/metadata/properties" xmlns:ns1="http://schemas.microsoft.com/sharepoint/v3" xmlns:ns2="a2800356-3dbb-4db5-b470-e3da7dd3c3e8" xmlns:ns3="92db9a93-4266-4d59-a951-1488a2b91283" xmlns:ns4="230e9df3-be65-4c73-a93b-d1236ebd677e" targetNamespace="http://schemas.microsoft.com/office/2006/metadata/properties" ma:root="true" ma:fieldsID="fbd4786a33c68be5132ac3c7d82a2347" ns1:_="" ns2:_="" ns3:_="" ns4:_="">
    <xsd:import namespace="http://schemas.microsoft.com/sharepoint/v3"/>
    <xsd:import namespace="a2800356-3dbb-4db5-b470-e3da7dd3c3e8"/>
    <xsd:import namespace="92db9a93-4266-4d59-a951-1488a2b91283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SearchProperties" minOccurs="0"/>
                <xsd:element ref="ns1:_ip_UnifiedCompliancePolicyProperties" minOccurs="0"/>
                <xsd:element ref="ns1:_ip_UnifiedCompliancePolicyUIAction" minOccurs="0"/>
                <xsd:element ref="ns2:MediaServiceObjectDetectorVersions" minOccurs="0"/>
                <xsd:element ref="ns2:MediaServiceDateTaken" minOccurs="0"/>
                <xsd:element ref="ns2:MediaLengthInSeconds" minOccurs="0"/>
                <xsd:element ref="ns2:MediaServiceGenerationTime" minOccurs="0"/>
                <xsd:element ref="ns2:MediaServiceEventHashCode" minOccurs="0"/>
                <xsd:element ref="ns2:MediaServiceBillingMetadata" minOccurs="0"/>
                <xsd:element ref="ns2:lcf76f155ced4ddcb4097134ff3c332f" minOccurs="0"/>
                <xsd:element ref="ns4:TaxCatchAll" minOccurs="0"/>
                <xsd:element ref="ns2:MediaServiceOCR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3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14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2800356-3dbb-4db5-b470-e3da7dd3c3e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BillingMetadata" ma:index="20" nillable="true" ma:displayName="MediaServiceBillingMetadata" ma:hidden="true" ma:internalName="MediaServiceBillingMetadata" ma:readOnly="true">
      <xsd:simpleType>
        <xsd:restriction base="dms:Note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5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2db9a93-4266-4d59-a951-1488a2b91283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2cacf37e-c0d0-48bd-a2d1-acfec1ae98df}" ma:internalName="TaxCatchAll" ma:showField="CatchAllData" ma:web="92db9a93-4266-4d59-a951-1488a2b9128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  <TaxCatchAll xmlns="230e9df3-be65-4c73-a93b-d1236ebd677e" xsi:nil="true"/>
    <lcf76f155ced4ddcb4097134ff3c332f xmlns="a2800356-3dbb-4db5-b470-e3da7dd3c3e8">
      <Terms xmlns="http://schemas.microsoft.com/office/infopath/2007/PartnerControls"/>
    </lcf76f155ced4ddcb4097134ff3c332f>
    <MediaLengthInSeconds xmlns="a2800356-3dbb-4db5-b470-e3da7dd3c3e8" xsi:nil="true"/>
    <SharedWithUsers xmlns="92db9a93-4266-4d59-a951-1488a2b91283">
      <UserInfo>
        <DisplayName/>
        <AccountId xsi:nil="true"/>
        <AccountType/>
      </UserInfo>
    </SharedWithUsers>
  </documentManagement>
</p:properties>
</file>

<file path=customXml/itemProps1.xml><?xml version="1.0" encoding="utf-8"?>
<ds:datastoreItem xmlns:ds="http://schemas.openxmlformats.org/officeDocument/2006/customXml" ds:itemID="{306135D8-3C1D-4605-B4EC-3727E6CBF3B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0EBA0AD1-5B8C-4FBE-8032-A1C363D869D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a2800356-3dbb-4db5-b470-e3da7dd3c3e8"/>
    <ds:schemaRef ds:uri="92db9a93-4266-4d59-a951-1488a2b91283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F990F116-B58F-4255-B05B-DA3808E0E5C6}">
  <ds:schemaRefs>
    <ds:schemaRef ds:uri="http://schemas.openxmlformats.org/package/2006/metadata/core-properties"/>
    <ds:schemaRef ds:uri="695d5325-33a2-4b42-b3d3-b02ffbc12b05"/>
    <ds:schemaRef ds:uri="http://schemas.microsoft.com/office/2006/metadata/properties"/>
    <ds:schemaRef ds:uri="http://schemas.microsoft.com/office/2006/documentManagement/types"/>
    <ds:schemaRef ds:uri="http://purl.org/dc/elements/1.1/"/>
    <ds:schemaRef ds:uri="http://schemas.microsoft.com/office/infopath/2007/PartnerControls"/>
    <ds:schemaRef ds:uri="http://www.w3.org/XML/1998/namespace"/>
    <ds:schemaRef ds:uri="http://purl.org/dc/dcmitype/"/>
    <ds:schemaRef ds:uri="147e27bc-69d3-4096-898c-30a71da32ef9"/>
    <ds:schemaRef ds:uri="http://schemas.microsoft.com/sharepoint/v3"/>
    <ds:schemaRef ds:uri="http://purl.org/dc/terms/"/>
    <ds:schemaRef ds:uri="10ab91bb-15c1-4bb1-a414-5f8d49e2474c"/>
    <ds:schemaRef ds:uri="230e9df3-be65-4c73-a93b-d1236ebd677e"/>
    <ds:schemaRef ds:uri="a2800356-3dbb-4db5-b470-e3da7dd3c3e8"/>
    <ds:schemaRef ds:uri="92db9a93-4266-4d59-a951-1488a2b91283"/>
  </ds:schemaRefs>
</ds:datastoreItem>
</file>

<file path=docMetadata/LabelInfo.xml><?xml version="1.0" encoding="utf-8"?>
<clbl:labelList xmlns:clbl="http://schemas.microsoft.com/office/2020/mipLabelMetadata">
  <clbl:label id="{f42aa342-8706-4288-bd11-ebb85995028c}" enabled="1" method="Privilege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142</TotalTime>
  <Words>3293</Words>
  <Application>Microsoft Office PowerPoint</Application>
  <PresentationFormat>Widescreen</PresentationFormat>
  <Paragraphs>289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Arial</vt:lpstr>
      <vt:lpstr>Segoe UI</vt:lpstr>
      <vt:lpstr>Consolas</vt:lpstr>
      <vt:lpstr>Wingdings</vt:lpstr>
      <vt:lpstr>Segoe UI Light</vt:lpstr>
      <vt:lpstr>Azure 2023 Template</vt:lpstr>
      <vt:lpstr>From Python to Rust, Automatically</vt:lpstr>
      <vt:lpstr>What xcvrd is, and why it matters</vt:lpstr>
      <vt:lpstr>The task: Code Migration</vt:lpstr>
      <vt:lpstr>So just ask an LLM to translate it?</vt:lpstr>
      <vt:lpstr>Step 1 — ground truth without hardware</vt:lpstr>
      <vt:lpstr>Step 2 — now automate the port</vt:lpstr>
      <vt:lpstr>The multi-agent pipeline</vt:lpstr>
      <vt:lpstr>Two loops make it self-correcting</vt:lpstr>
      <vt:lpstr>Result</vt:lpstr>
      <vt:lpstr>Benchmark</vt:lpstr>
      <vt:lpstr>Extending the pipeline — benchmark &amp; optimize</vt:lpstr>
      <vt:lpstr>What the optimize loop bought</vt:lpstr>
      <vt:lpstr>Conclusion</vt:lpstr>
      <vt:lpstr>What's next</vt:lpstr>
      <vt:lpstr>Thank you</vt:lpstr>
    </vt:vector>
  </TitlesOfParts>
  <Manager>&lt;Comms manager name here&gt;</Manager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>&lt;Event name&gt;</dc:subject>
  <dc:creator>Chris Munson (RedCloud Consulting Inc)</dc:creator>
  <cp:keywords/>
  <dc:description/>
  <cp:lastModifiedBy>Farzad Habibi</cp:lastModifiedBy>
  <cp:revision>1</cp:revision>
  <cp:lastPrinted>2023-02-15T20:48:24Z</cp:lastPrinted>
  <dcterms:created xsi:type="dcterms:W3CDTF">2026-04-03T18:53:02Z</dcterms:created>
  <dcterms:modified xsi:type="dcterms:W3CDTF">2026-09-03T16:12:48Z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0x0101000EDDEA06992EEB4992458852F94E6CAA</vt:lpwstr>
  </property>
  <property fmtid="{D5CDD505-2E9C-101B-9397-08002B2CF9AE}" pid="3" name="Product">
    <vt:lpwstr/>
  </property>
  <property fmtid="{D5CDD505-2E9C-101B-9397-08002B2CF9AE}" pid="4" name="Event1">
    <vt:lpwstr>622;#Unassigned|2c8af875-f38a-40b8-a0a9-056aed3fc8c0</vt:lpwstr>
  </property>
  <property fmtid="{D5CDD505-2E9C-101B-9397-08002B2CF9AE}" pid="5" name="Audience">
    <vt:lpwstr/>
  </property>
  <property fmtid="{D5CDD505-2E9C-101B-9397-08002B2CF9AE}" pid="6" name="Event Venue">
    <vt:lpwstr/>
  </property>
  <property fmtid="{D5CDD505-2E9C-101B-9397-08002B2CF9AE}" pid="7" name="Track">
    <vt:lpwstr/>
  </property>
  <property fmtid="{D5CDD505-2E9C-101B-9397-08002B2CF9AE}" pid="8" name="Event Location">
    <vt:lpwstr/>
  </property>
  <property fmtid="{D5CDD505-2E9C-101B-9397-08002B2CF9AE}" pid="9" name="Campaign">
    <vt:lpwstr/>
  </property>
  <property fmtid="{D5CDD505-2E9C-101B-9397-08002B2CF9AE}" pid="10" name="IsMyDocuments">
    <vt:bool>true</vt:bool>
  </property>
  <property fmtid="{D5CDD505-2E9C-101B-9397-08002B2CF9AE}" pid="11" name="MSIP_Label_f42aa342-8706-4288-bd11-ebb85995028c_Enabled">
    <vt:lpwstr>True</vt:lpwstr>
  </property>
  <property fmtid="{D5CDD505-2E9C-101B-9397-08002B2CF9AE}" pid="12" name="MSIP_Label_f42aa342-8706-4288-bd11-ebb85995028c_SiteId">
    <vt:lpwstr>72f988bf-86f1-41af-91ab-2d7cd011db47</vt:lpwstr>
  </property>
  <property fmtid="{D5CDD505-2E9C-101B-9397-08002B2CF9AE}" pid="13" name="MSIP_Label_f42aa342-8706-4288-bd11-ebb85995028c_Ref">
    <vt:lpwstr>https://api.informationprotection.azure.com/api/72f988bf-86f1-41af-91ab-2d7cd011db47</vt:lpwstr>
  </property>
  <property fmtid="{D5CDD505-2E9C-101B-9397-08002B2CF9AE}" pid="14" name="MSIP_Label_f42aa342-8706-4288-bd11-ebb85995028c_SetDate">
    <vt:lpwstr>2017-08-29T14:27:20.8568347-07:00</vt:lpwstr>
  </property>
  <property fmtid="{D5CDD505-2E9C-101B-9397-08002B2CF9AE}" pid="15" name="MSIP_Label_f42aa342-8706-4288-bd11-ebb85995028c_Name">
    <vt:lpwstr>General</vt:lpwstr>
  </property>
  <property fmtid="{D5CDD505-2E9C-101B-9397-08002B2CF9AE}" pid="16" name="MSIP_Label_f42aa342-8706-4288-bd11-ebb85995028c_Extended_MSFT_Method">
    <vt:lpwstr>Automatic</vt:lpwstr>
  </property>
  <property fmtid="{D5CDD505-2E9C-101B-9397-08002B2CF9AE}" pid="17" name="Sensitivity">
    <vt:lpwstr>General</vt:lpwstr>
  </property>
  <property fmtid="{D5CDD505-2E9C-101B-9397-08002B2CF9AE}" pid="18" name="MediaServiceImageTags">
    <vt:lpwstr/>
  </property>
  <property fmtid="{D5CDD505-2E9C-101B-9397-08002B2CF9AE}" pid="19" name="Order">
    <vt:lpwstr>105612200.000000</vt:lpwstr>
  </property>
  <property fmtid="{D5CDD505-2E9C-101B-9397-08002B2CF9AE}" pid="20" name="xd_ProgID">
    <vt:lpwstr/>
  </property>
  <property fmtid="{D5CDD505-2E9C-101B-9397-08002B2CF9AE}" pid="21" name="ComplianceAssetId">
    <vt:lpwstr/>
  </property>
  <property fmtid="{D5CDD505-2E9C-101B-9397-08002B2CF9AE}" pid="22" name="TemplateUrl">
    <vt:lpwstr/>
  </property>
  <property fmtid="{D5CDD505-2E9C-101B-9397-08002B2CF9AE}" pid="23" name="_ExtendedDescription">
    <vt:lpwstr/>
  </property>
  <property fmtid="{D5CDD505-2E9C-101B-9397-08002B2CF9AE}" pid="24" name="TriggerFlowInfo">
    <vt:lpwstr/>
  </property>
  <property fmtid="{D5CDD505-2E9C-101B-9397-08002B2CF9AE}" pid="25" name="xd_Signature">
    <vt:lpwstr/>
  </property>
  <property fmtid="{D5CDD505-2E9C-101B-9397-08002B2CF9AE}" pid="26" name="Content Category">
    <vt:lpwstr>;#Audit;#</vt:lpwstr>
  </property>
</Properties>
</file>